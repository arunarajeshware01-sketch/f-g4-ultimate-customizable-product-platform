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handoutMasterIdLst>
    <p:handoutMasterId r:id="rId20"/>
  </p:handoutMasterIdLst>
  <p:sldIdLst>
    <p:sldId id="413" r:id="rId2"/>
    <p:sldId id="414" r:id="rId3"/>
    <p:sldId id="435" r:id="rId4"/>
    <p:sldId id="436" r:id="rId5"/>
    <p:sldId id="324" r:id="rId6"/>
    <p:sldId id="418" r:id="rId7"/>
    <p:sldId id="428" r:id="rId8"/>
    <p:sldId id="437" r:id="rId9"/>
    <p:sldId id="419" r:id="rId10"/>
    <p:sldId id="422" r:id="rId11"/>
    <p:sldId id="424" r:id="rId12"/>
    <p:sldId id="425" r:id="rId13"/>
    <p:sldId id="441" r:id="rId14"/>
    <p:sldId id="433" r:id="rId15"/>
    <p:sldId id="426" r:id="rId16"/>
    <p:sldId id="412" r:id="rId17"/>
    <p:sldId id="427" r:id="rId18"/>
  </p:sldIdLst>
  <p:sldSz cx="12188825" cy="6858000"/>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13" d="100"/>
          <a:sy n="113" d="100"/>
        </p:scale>
        <p:origin x="474" y="108"/>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712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29761" y="0"/>
            <a:ext cx="2929837" cy="497126"/>
          </a:xfrm>
          <a:prstGeom prst="rect">
            <a:avLst/>
          </a:prstGeom>
        </p:spPr>
        <p:txBody>
          <a:bodyPr vert="horz" lIns="91440" tIns="45720" rIns="91440" bIns="45720" rtlCol="0"/>
          <a:lstStyle>
            <a:lvl1pPr algn="r">
              <a:defRPr sz="1200"/>
            </a:lvl1pPr>
          </a:lstStyle>
          <a:p>
            <a:fld id="{C86A1F61-8C53-4AD5-A2F1-541263682D5B}" type="datetimeFigureOut">
              <a:rPr lang="en-US" smtClean="0"/>
              <a:t>7/29/2026</a:t>
            </a:fld>
            <a:endParaRPr lang="en-US"/>
          </a:p>
        </p:txBody>
      </p:sp>
      <p:sp>
        <p:nvSpPr>
          <p:cNvPr id="4" name="Footer Placeholder 3"/>
          <p:cNvSpPr>
            <a:spLocks noGrp="1"/>
          </p:cNvSpPr>
          <p:nvPr>
            <p:ph type="ftr" sz="quarter" idx="2"/>
          </p:nvPr>
        </p:nvSpPr>
        <p:spPr>
          <a:xfrm>
            <a:off x="0" y="9443662"/>
            <a:ext cx="2929837" cy="497126"/>
          </a:xfrm>
          <a:prstGeom prst="rect">
            <a:avLst/>
          </a:prstGeom>
        </p:spPr>
        <p:txBody>
          <a:bodyPr vert="horz" lIns="91440" tIns="45720" rIns="91440" bIns="45720" rtlCol="0" anchor="b"/>
          <a:lstStyle>
            <a:lvl1pPr algn="l">
              <a:defRPr sz="1200"/>
            </a:lvl1pPr>
          </a:lstStyle>
          <a:p>
            <a:r>
              <a:rPr lang="en-US"/>
              <a:t>Department of Computer Engineering</a:t>
            </a:r>
          </a:p>
        </p:txBody>
      </p:sp>
      <p:sp>
        <p:nvSpPr>
          <p:cNvPr id="5" name="Slide Number Placeholder 4"/>
          <p:cNvSpPr>
            <a:spLocks noGrp="1"/>
          </p:cNvSpPr>
          <p:nvPr>
            <p:ph type="sldNum" sz="quarter" idx="3"/>
          </p:nvPr>
        </p:nvSpPr>
        <p:spPr>
          <a:xfrm>
            <a:off x="3829761" y="9443662"/>
            <a:ext cx="2929837" cy="497126"/>
          </a:xfrm>
          <a:prstGeom prst="rect">
            <a:avLst/>
          </a:prstGeom>
        </p:spPr>
        <p:txBody>
          <a:bodyPr vert="horz" lIns="91440" tIns="45720" rIns="91440" bIns="45720" rtlCol="0" anchor="b"/>
          <a:lstStyle>
            <a:lvl1pPr algn="r">
              <a:defRPr sz="1200"/>
            </a:lvl1pPr>
          </a:lstStyle>
          <a:p>
            <a:fld id="{0AB58A40-EF55-4313-A1B2-B87F8F5A1DF2}"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7126"/>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29761" y="0"/>
            <a:ext cx="2929837" cy="497126"/>
          </a:xfrm>
          <a:prstGeom prst="rect">
            <a:avLst/>
          </a:prstGeom>
        </p:spPr>
        <p:txBody>
          <a:bodyPr vert="horz" lIns="91440" tIns="45720" rIns="91440" bIns="45720" rtlCol="0"/>
          <a:lstStyle>
            <a:lvl1pPr algn="r">
              <a:defRPr sz="1200"/>
            </a:lvl1pPr>
          </a:lstStyle>
          <a:p>
            <a:fld id="{03328EF6-EFF9-44DE-A3DE-952C4DDD5FF2}" type="datetimeFigureOut">
              <a:rPr lang="en-IN" smtClean="0"/>
              <a:t>29-07-2026</a:t>
            </a:fld>
            <a:endParaRPr lang="en-IN"/>
          </a:p>
        </p:txBody>
      </p:sp>
      <p:sp>
        <p:nvSpPr>
          <p:cNvPr id="4" name="Slide Image Placeholder 3"/>
          <p:cNvSpPr>
            <a:spLocks noGrp="1" noRot="1" noChangeAspect="1"/>
          </p:cNvSpPr>
          <p:nvPr>
            <p:ph type="sldImg" idx="2"/>
          </p:nvPr>
        </p:nvSpPr>
        <p:spPr>
          <a:xfrm>
            <a:off x="68263" y="746125"/>
            <a:ext cx="6624637" cy="37274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6117" y="4722694"/>
            <a:ext cx="5408930" cy="447413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3662"/>
            <a:ext cx="2929837" cy="497126"/>
          </a:xfrm>
          <a:prstGeom prst="rect">
            <a:avLst/>
          </a:prstGeom>
        </p:spPr>
        <p:txBody>
          <a:bodyPr vert="horz" lIns="91440" tIns="45720" rIns="91440" bIns="45720" rtlCol="0" anchor="b"/>
          <a:lstStyle>
            <a:lvl1pPr algn="l">
              <a:defRPr sz="1200"/>
            </a:lvl1pPr>
          </a:lstStyle>
          <a:p>
            <a:r>
              <a:rPr lang="en-IN"/>
              <a:t>Department of Computer Engineering</a:t>
            </a:r>
          </a:p>
        </p:txBody>
      </p:sp>
      <p:sp>
        <p:nvSpPr>
          <p:cNvPr id="7" name="Slide Number Placeholder 6"/>
          <p:cNvSpPr>
            <a:spLocks noGrp="1"/>
          </p:cNvSpPr>
          <p:nvPr>
            <p:ph type="sldNum" sz="quarter" idx="5"/>
          </p:nvPr>
        </p:nvSpPr>
        <p:spPr>
          <a:xfrm>
            <a:off x="3829761" y="9443662"/>
            <a:ext cx="2929837" cy="497126"/>
          </a:xfrm>
          <a:prstGeom prst="rect">
            <a:avLst/>
          </a:prstGeom>
        </p:spPr>
        <p:txBody>
          <a:bodyPr vert="horz" lIns="91440" tIns="45720" rIns="91440" bIns="45720" rtlCol="0" anchor="b"/>
          <a:lstStyle>
            <a:lvl1pPr algn="r">
              <a:defRPr sz="1200"/>
            </a:lvl1pPr>
          </a:lstStyle>
          <a:p>
            <a:fld id="{2F0A7174-0450-466D-84B3-66F729647D9B}" type="slidenum">
              <a:rPr lang="en-IN" smtClean="0"/>
              <a:t>‹#›</a:t>
            </a:fld>
            <a:endParaRPr lang="en-IN"/>
          </a:p>
        </p:txBody>
      </p:sp>
    </p:spTree>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263" y="746125"/>
            <a:ext cx="6624637" cy="37274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F0A7174-0450-466D-84B3-66F729647D9B}" type="slidenum">
              <a:rPr lang="en-IN" smtClean="0"/>
              <a:t>1</a:t>
            </a:fld>
            <a:endParaRPr lang="en-IN"/>
          </a:p>
        </p:txBody>
      </p:sp>
      <p:sp>
        <p:nvSpPr>
          <p:cNvPr id="5" name="Footer Placeholder 4"/>
          <p:cNvSpPr>
            <a:spLocks noGrp="1"/>
          </p:cNvSpPr>
          <p:nvPr>
            <p:ph type="ftr" sz="quarter" idx="4"/>
          </p:nvPr>
        </p:nvSpPr>
        <p:spPr/>
        <p:txBody>
          <a:bodyPr/>
          <a:lstStyle/>
          <a:p>
            <a:r>
              <a:rPr lang="en-IN"/>
              <a:t>Department of Computer Engineering</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909583" y="359898"/>
            <a:ext cx="9872948" cy="1472184"/>
          </a:xfrm>
        </p:spPr>
        <p:txBody>
          <a:bodyPr anchor="b"/>
          <a:lstStyle>
            <a:lvl1pPr algn="l">
              <a:defRPr/>
            </a:lvl1pPr>
          </a:lstStyle>
          <a:p>
            <a:r>
              <a:rPr kumimoji="0" lang="en-US"/>
              <a:t>Click to edit Master title style</a:t>
            </a:r>
          </a:p>
        </p:txBody>
      </p:sp>
      <p:sp>
        <p:nvSpPr>
          <p:cNvPr id="22" name="Subtitle 21"/>
          <p:cNvSpPr>
            <a:spLocks noGrp="1"/>
          </p:cNvSpPr>
          <p:nvPr>
            <p:ph type="subTitle" idx="1"/>
          </p:nvPr>
        </p:nvSpPr>
        <p:spPr>
          <a:xfrm>
            <a:off x="1909583" y="1850064"/>
            <a:ext cx="9872948" cy="1752600"/>
          </a:xfrm>
        </p:spPr>
        <p:txBody>
          <a:bodyPr tIns="0"/>
          <a:lstStyle>
            <a:lvl1pPr marL="27305"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7" name="Date Placeholder 6"/>
          <p:cNvSpPr>
            <a:spLocks noGrp="1"/>
          </p:cNvSpPr>
          <p:nvPr>
            <p:ph type="dt" sz="half" idx="10"/>
          </p:nvPr>
        </p:nvSpPr>
        <p:spPr/>
        <p:txBody>
          <a:bodyPr/>
          <a:lstStyle/>
          <a:p>
            <a:fld id="{BF7E8EBA-BDC9-4724-9665-97E10235629F}" type="datetime1">
              <a:rPr lang="en-IN" smtClean="0"/>
              <a:t>29-07-2026</a:t>
            </a:fld>
            <a:endParaRPr lang="en-IN"/>
          </a:p>
        </p:txBody>
      </p:sp>
      <p:sp>
        <p:nvSpPr>
          <p:cNvPr id="20" name="Footer Placeholder 19"/>
          <p:cNvSpPr>
            <a:spLocks noGrp="1"/>
          </p:cNvSpPr>
          <p:nvPr>
            <p:ph type="ftr" sz="quarter" idx="11"/>
          </p:nvPr>
        </p:nvSpPr>
        <p:spPr/>
        <p:txBody>
          <a:bodyPr/>
          <a:lstStyle/>
          <a:p>
            <a:r>
              <a:rPr lang="en-IN"/>
              <a:t>Department of Computer Engineering</a:t>
            </a:r>
          </a:p>
        </p:txBody>
      </p:sp>
      <p:sp>
        <p:nvSpPr>
          <p:cNvPr id="10" name="Slide Number Placeholder 9"/>
          <p:cNvSpPr>
            <a:spLocks noGrp="1"/>
          </p:cNvSpPr>
          <p:nvPr>
            <p:ph type="sldNum" sz="quarter" idx="12"/>
          </p:nvPr>
        </p:nvSpPr>
        <p:spPr/>
        <p:txBody>
          <a:bodyPr/>
          <a:lstStyle/>
          <a:p>
            <a:fld id="{56E39993-3455-456D-B76B-54420194FCFA}" type="slidenum">
              <a:rPr lang="en-IN" smtClean="0"/>
              <a:t>‹#›</a:t>
            </a:fld>
            <a:endParaRPr lang="en-IN"/>
          </a:p>
        </p:txBody>
      </p:sp>
      <p:sp>
        <p:nvSpPr>
          <p:cNvPr id="8" name="Oval 7"/>
          <p:cNvSpPr/>
          <p:nvPr/>
        </p:nvSpPr>
        <p:spPr>
          <a:xfrm>
            <a:off x="1228257" y="1413802"/>
            <a:ext cx="280343"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542499" y="1345016"/>
            <a:ext cx="85322"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45E98AF-87E4-472D-A6D6-841123045589}" type="datetime1">
              <a:rPr lang="en-IN" smtClean="0"/>
              <a:t>29-07-2026</a:t>
            </a:fld>
            <a:endParaRPr lang="en-IN"/>
          </a:p>
        </p:txBody>
      </p:sp>
      <p:sp>
        <p:nvSpPr>
          <p:cNvPr id="5" name="Footer Placeholder 4"/>
          <p:cNvSpPr>
            <a:spLocks noGrp="1"/>
          </p:cNvSpPr>
          <p:nvPr>
            <p:ph type="ftr" sz="quarter" idx="11"/>
          </p:nvPr>
        </p:nvSpPr>
        <p:spPr/>
        <p:txBody>
          <a:bodyPr/>
          <a:lstStyle/>
          <a:p>
            <a:r>
              <a:rPr lang="en-IN"/>
              <a:t>Department of Computer Engineering</a:t>
            </a:r>
          </a:p>
        </p:txBody>
      </p:sp>
      <p:sp>
        <p:nvSpPr>
          <p:cNvPr id="6" name="Slide Number Placeholder 5"/>
          <p:cNvSpPr>
            <a:spLocks noGrp="1"/>
          </p:cNvSpPr>
          <p:nvPr>
            <p:ph type="sldNum" sz="quarter" idx="12"/>
          </p:nvPr>
        </p:nvSpPr>
        <p:spPr/>
        <p:txBody>
          <a:bodyPr/>
          <a:lstStyle/>
          <a:p>
            <a:fld id="{56E39993-3455-456D-B76B-54420194FCFA}" type="slidenum">
              <a:rPr lang="en-IN" smtClean="0"/>
              <a:t>‹#›</a:t>
            </a:fld>
            <a:endParaRPr lang="en-IN"/>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043061" y="-54"/>
            <a:ext cx="9141619"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436960" y="2600325"/>
            <a:ext cx="8532178" cy="2286000"/>
          </a:xfrm>
        </p:spPr>
        <p:txBody>
          <a:bodyPr anchor="t"/>
          <a:lstStyle>
            <a:lvl1pPr algn="l">
              <a:lnSpc>
                <a:spcPts val="4500"/>
              </a:lnSpc>
              <a:buNone/>
              <a:defRPr sz="4000" b="1" cap="all"/>
            </a:lvl1pPr>
          </a:lstStyle>
          <a:p>
            <a:r>
              <a:rPr kumimoji="0" lang="en-US"/>
              <a:t>Click to edit Master title style</a:t>
            </a:r>
          </a:p>
        </p:txBody>
      </p:sp>
      <p:sp>
        <p:nvSpPr>
          <p:cNvPr id="3" name="Text Placeholder 2"/>
          <p:cNvSpPr>
            <a:spLocks noGrp="1"/>
          </p:cNvSpPr>
          <p:nvPr>
            <p:ph type="body" idx="1"/>
          </p:nvPr>
        </p:nvSpPr>
        <p:spPr>
          <a:xfrm>
            <a:off x="3436960" y="1066800"/>
            <a:ext cx="8532178" cy="1509712"/>
          </a:xfrm>
        </p:spPr>
        <p:txBody>
          <a:bodyPr anchor="b"/>
          <a:lstStyle>
            <a:lvl1pPr marL="18415"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BB5C45F9-9729-48C6-85DC-D11A660383E2}" type="datetime1">
              <a:rPr lang="en-IN" smtClean="0"/>
              <a:t>29-07-2026</a:t>
            </a:fld>
            <a:endParaRPr lang="en-IN"/>
          </a:p>
        </p:txBody>
      </p:sp>
      <p:sp>
        <p:nvSpPr>
          <p:cNvPr id="5" name="Footer Placeholder 4"/>
          <p:cNvSpPr>
            <a:spLocks noGrp="1"/>
          </p:cNvSpPr>
          <p:nvPr>
            <p:ph type="ftr" sz="quarter" idx="11"/>
          </p:nvPr>
        </p:nvSpPr>
        <p:spPr/>
        <p:txBody>
          <a:bodyPr/>
          <a:lstStyle/>
          <a:p>
            <a:r>
              <a:rPr lang="en-IN"/>
              <a:t>Department of Computer Engineering</a:t>
            </a:r>
          </a:p>
        </p:txBody>
      </p:sp>
      <p:sp>
        <p:nvSpPr>
          <p:cNvPr id="6" name="Slide Number Placeholder 5"/>
          <p:cNvSpPr>
            <a:spLocks noGrp="1"/>
          </p:cNvSpPr>
          <p:nvPr>
            <p:ph type="sldNum" sz="quarter" idx="12"/>
          </p:nvPr>
        </p:nvSpPr>
        <p:spPr/>
        <p:txBody>
          <a:bodyPr/>
          <a:lstStyle/>
          <a:p>
            <a:fld id="{56E39993-3455-456D-B76B-54420194FCFA}" type="slidenum">
              <a:rPr lang="en-IN" smtClean="0"/>
              <a:t>‹#›</a:t>
            </a:fld>
            <a:endParaRPr lang="en-IN"/>
          </a:p>
        </p:txBody>
      </p:sp>
      <p:sp>
        <p:nvSpPr>
          <p:cNvPr id="10" name="Rectangle 9"/>
          <p:cNvSpPr/>
          <p:nvPr/>
        </p:nvSpPr>
        <p:spPr bwMode="invGray">
          <a:xfrm>
            <a:off x="3047206" y="0"/>
            <a:ext cx="101574"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895674" y="2814656"/>
            <a:ext cx="280343"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3209916" y="2745870"/>
            <a:ext cx="85322"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913645" y="274320"/>
            <a:ext cx="9994837" cy="1143000"/>
          </a:xfrm>
        </p:spPr>
        <p:txBody>
          <a:bodyPr/>
          <a:lstStyle/>
          <a:p>
            <a:r>
              <a:rPr kumimoji="0" lang="en-US"/>
              <a:t>Click to edit Master title style</a:t>
            </a:r>
          </a:p>
        </p:txBody>
      </p:sp>
      <p:sp>
        <p:nvSpPr>
          <p:cNvPr id="3" name="Content Placeholder 2"/>
          <p:cNvSpPr>
            <a:spLocks noGrp="1"/>
          </p:cNvSpPr>
          <p:nvPr>
            <p:ph sz="half" idx="1"/>
          </p:nvPr>
        </p:nvSpPr>
        <p:spPr>
          <a:xfrm>
            <a:off x="1913646" y="1524000"/>
            <a:ext cx="4875530" cy="466344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7032952" y="1524000"/>
            <a:ext cx="4875530" cy="466344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D1AD831D-CAA4-45FC-8AE1-A5816F738C1C}" type="datetime1">
              <a:rPr lang="en-IN" smtClean="0"/>
              <a:t>29-07-2026</a:t>
            </a:fld>
            <a:endParaRPr lang="en-IN"/>
          </a:p>
        </p:txBody>
      </p:sp>
      <p:sp>
        <p:nvSpPr>
          <p:cNvPr id="6" name="Footer Placeholder 5"/>
          <p:cNvSpPr>
            <a:spLocks noGrp="1"/>
          </p:cNvSpPr>
          <p:nvPr>
            <p:ph type="ftr" sz="quarter" idx="11"/>
          </p:nvPr>
        </p:nvSpPr>
        <p:spPr/>
        <p:txBody>
          <a:bodyPr/>
          <a:lstStyle/>
          <a:p>
            <a:r>
              <a:rPr lang="en-IN"/>
              <a:t>Department of Computer Engineering</a:t>
            </a:r>
          </a:p>
        </p:txBody>
      </p:sp>
      <p:sp>
        <p:nvSpPr>
          <p:cNvPr id="7" name="Slide Number Placeholder 6"/>
          <p:cNvSpPr>
            <a:spLocks noGrp="1"/>
          </p:cNvSpPr>
          <p:nvPr>
            <p:ph type="sldNum" sz="quarter" idx="12"/>
          </p:nvPr>
        </p:nvSpPr>
        <p:spPr/>
        <p:txBody>
          <a:bodyPr/>
          <a:lstStyle/>
          <a:p>
            <a:fld id="{56E39993-3455-456D-B76B-54420194FCFA}" type="slidenum">
              <a:rPr lang="en-IN" smtClean="0"/>
              <a:t>‹#›</a:t>
            </a:fld>
            <a:endParaRPr lang="en-IN"/>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441" y="5160336"/>
            <a:ext cx="10969943" cy="1143000"/>
          </a:xfrm>
        </p:spPr>
        <p:txBody>
          <a:bodyPr anchor="ctr"/>
          <a:lstStyle>
            <a:lvl1pPr algn="ctr">
              <a:defRPr sz="4500" b="1" cap="none" baseline="0"/>
            </a:lvl1pPr>
          </a:lstStyle>
          <a:p>
            <a:r>
              <a:rPr kumimoji="0" lang="en-US"/>
              <a:t>Click to edit Master title style</a:t>
            </a:r>
          </a:p>
        </p:txBody>
      </p:sp>
      <p:sp>
        <p:nvSpPr>
          <p:cNvPr id="3" name="Text Placeholder 2"/>
          <p:cNvSpPr>
            <a:spLocks noGrp="1"/>
          </p:cNvSpPr>
          <p:nvPr>
            <p:ph type="body" idx="1"/>
          </p:nvPr>
        </p:nvSpPr>
        <p:spPr>
          <a:xfrm>
            <a:off x="609441" y="328278"/>
            <a:ext cx="5363083"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216301" y="328278"/>
            <a:ext cx="5363083"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441" y="969336"/>
            <a:ext cx="5363083"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216301" y="969336"/>
            <a:ext cx="5363083"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93FC425F-2703-474F-9AF5-6A75F309FEBD}" type="datetime1">
              <a:rPr lang="en-IN" smtClean="0"/>
              <a:t>29-07-2026</a:t>
            </a:fld>
            <a:endParaRPr lang="en-IN"/>
          </a:p>
        </p:txBody>
      </p:sp>
      <p:sp>
        <p:nvSpPr>
          <p:cNvPr id="8" name="Footer Placeholder 7"/>
          <p:cNvSpPr>
            <a:spLocks noGrp="1"/>
          </p:cNvSpPr>
          <p:nvPr>
            <p:ph type="ftr" sz="quarter" idx="11"/>
          </p:nvPr>
        </p:nvSpPr>
        <p:spPr/>
        <p:txBody>
          <a:bodyPr/>
          <a:lstStyle/>
          <a:p>
            <a:r>
              <a:rPr lang="en-IN"/>
              <a:t>Department of Computer Engineering</a:t>
            </a:r>
          </a:p>
        </p:txBody>
      </p:sp>
      <p:sp>
        <p:nvSpPr>
          <p:cNvPr id="9" name="Slide Number Placeholder 8"/>
          <p:cNvSpPr>
            <a:spLocks noGrp="1"/>
          </p:cNvSpPr>
          <p:nvPr>
            <p:ph type="sldNum" sz="quarter" idx="12"/>
          </p:nvPr>
        </p:nvSpPr>
        <p:spPr/>
        <p:txBody>
          <a:bodyPr/>
          <a:lstStyle/>
          <a:p>
            <a:fld id="{56E39993-3455-456D-B76B-54420194FCFA}" type="slidenum">
              <a:rPr lang="en-IN" smtClean="0"/>
              <a:t>‹#›</a:t>
            </a:fld>
            <a:endParaRPr lang="en-IN"/>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13645" y="274320"/>
            <a:ext cx="9994837"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A32E29BD-270D-4359-A4C8-BB685FEEEF2E}" type="datetime1">
              <a:rPr lang="en-IN" smtClean="0"/>
              <a:t>29-07-2026</a:t>
            </a:fld>
            <a:endParaRPr lang="en-IN"/>
          </a:p>
        </p:txBody>
      </p:sp>
      <p:sp>
        <p:nvSpPr>
          <p:cNvPr id="4" name="Footer Placeholder 3"/>
          <p:cNvSpPr>
            <a:spLocks noGrp="1"/>
          </p:cNvSpPr>
          <p:nvPr>
            <p:ph type="ftr" sz="quarter" idx="11"/>
          </p:nvPr>
        </p:nvSpPr>
        <p:spPr/>
        <p:txBody>
          <a:bodyPr/>
          <a:lstStyle/>
          <a:p>
            <a:r>
              <a:rPr lang="en-IN"/>
              <a:t>Department of Computer Engineering</a:t>
            </a:r>
          </a:p>
        </p:txBody>
      </p:sp>
      <p:sp>
        <p:nvSpPr>
          <p:cNvPr id="5" name="Slide Number Placeholder 4"/>
          <p:cNvSpPr>
            <a:spLocks noGrp="1"/>
          </p:cNvSpPr>
          <p:nvPr>
            <p:ph type="sldNum" sz="quarter" idx="12"/>
          </p:nvPr>
        </p:nvSpPr>
        <p:spPr/>
        <p:txBody>
          <a:bodyPr/>
          <a:lstStyle/>
          <a:p>
            <a:fld id="{56E39993-3455-456D-B76B-54420194FCFA}" type="slidenum">
              <a:rPr lang="en-IN" smtClean="0"/>
              <a:t>‹#›</a:t>
            </a:fld>
            <a:endParaRPr lang="en-IN"/>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352960" y="0"/>
            <a:ext cx="10835865"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251B87BC-8DF7-442E-A5B4-77393DF83D77}" type="datetime1">
              <a:rPr lang="en-IN" smtClean="0"/>
              <a:t>29-07-2026</a:t>
            </a:fld>
            <a:endParaRPr lang="en-IN"/>
          </a:p>
        </p:txBody>
      </p:sp>
      <p:sp>
        <p:nvSpPr>
          <p:cNvPr id="3" name="Footer Placeholder 2"/>
          <p:cNvSpPr>
            <a:spLocks noGrp="1"/>
          </p:cNvSpPr>
          <p:nvPr>
            <p:ph type="ftr" sz="quarter" idx="11"/>
          </p:nvPr>
        </p:nvSpPr>
        <p:spPr/>
        <p:txBody>
          <a:bodyPr/>
          <a:lstStyle/>
          <a:p>
            <a:r>
              <a:rPr lang="en-IN"/>
              <a:t>Department of Computer Engineering</a:t>
            </a:r>
          </a:p>
        </p:txBody>
      </p:sp>
      <p:sp>
        <p:nvSpPr>
          <p:cNvPr id="4" name="Slide Number Placeholder 3"/>
          <p:cNvSpPr>
            <a:spLocks noGrp="1"/>
          </p:cNvSpPr>
          <p:nvPr>
            <p:ph type="sldNum" sz="quarter" idx="12"/>
          </p:nvPr>
        </p:nvSpPr>
        <p:spPr/>
        <p:txBody>
          <a:bodyPr/>
          <a:lstStyle/>
          <a:p>
            <a:fld id="{56E39993-3455-456D-B76B-54420194FCFA}" type="slidenum">
              <a:rPr lang="en-IN" smtClean="0"/>
              <a:t>‹#›</a:t>
            </a:fld>
            <a:endParaRPr lang="en-IN"/>
          </a:p>
        </p:txBody>
      </p:sp>
      <p:sp>
        <p:nvSpPr>
          <p:cNvPr id="6" name="Rectangle 5"/>
          <p:cNvSpPr/>
          <p:nvPr/>
        </p:nvSpPr>
        <p:spPr bwMode="invGray">
          <a:xfrm>
            <a:off x="1352959" y="-54"/>
            <a:ext cx="97511"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1" y="216778"/>
            <a:ext cx="5078677" cy="1162050"/>
          </a:xfrm>
          <a:ln>
            <a:noFill/>
          </a:ln>
        </p:spPr>
        <p:txBody>
          <a:bodyPr anchor="b"/>
          <a:lstStyle>
            <a:lvl1pPr algn="l">
              <a:lnSpc>
                <a:spcPts val="2000"/>
              </a:lnSpc>
              <a:buNone/>
              <a:defRPr sz="2200" b="1" cap="all" baseline="0"/>
            </a:lvl1pPr>
          </a:lstStyle>
          <a:p>
            <a:r>
              <a:rPr kumimoji="0" lang="en-US"/>
              <a:t>Click to edit Master title style</a:t>
            </a:r>
          </a:p>
        </p:txBody>
      </p:sp>
      <p:sp>
        <p:nvSpPr>
          <p:cNvPr id="3" name="Text Placeholder 2"/>
          <p:cNvSpPr>
            <a:spLocks noGrp="1"/>
          </p:cNvSpPr>
          <p:nvPr>
            <p:ph type="body" idx="2"/>
          </p:nvPr>
        </p:nvSpPr>
        <p:spPr>
          <a:xfrm>
            <a:off x="609441" y="1406964"/>
            <a:ext cx="5078677"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609441" y="2133601"/>
            <a:ext cx="10868369" cy="3992563"/>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9BBE91A1-EB8D-4CD0-93B6-CD7C853DD753}" type="datetime1">
              <a:rPr lang="en-IN" smtClean="0"/>
              <a:t>29-07-2026</a:t>
            </a:fld>
            <a:endParaRPr lang="en-IN"/>
          </a:p>
        </p:txBody>
      </p:sp>
      <p:sp>
        <p:nvSpPr>
          <p:cNvPr id="6" name="Footer Placeholder 5"/>
          <p:cNvSpPr>
            <a:spLocks noGrp="1"/>
          </p:cNvSpPr>
          <p:nvPr>
            <p:ph type="ftr" sz="quarter" idx="11"/>
          </p:nvPr>
        </p:nvSpPr>
        <p:spPr/>
        <p:txBody>
          <a:bodyPr/>
          <a:lstStyle/>
          <a:p>
            <a:r>
              <a:rPr lang="en-IN"/>
              <a:t>Department of Computer Engineering</a:t>
            </a:r>
          </a:p>
        </p:txBody>
      </p:sp>
      <p:sp>
        <p:nvSpPr>
          <p:cNvPr id="7" name="Slide Number Placeholder 6"/>
          <p:cNvSpPr>
            <a:spLocks noGrp="1"/>
          </p:cNvSpPr>
          <p:nvPr>
            <p:ph type="sldNum" sz="quarter" idx="12"/>
          </p:nvPr>
        </p:nvSpPr>
        <p:spPr/>
        <p:txBody>
          <a:bodyPr/>
          <a:lstStyle/>
          <a:p>
            <a:fld id="{56E39993-3455-456D-B76B-54420194FCFA}" type="slidenum">
              <a:rPr lang="en-IN" smtClean="0"/>
              <a:t>‹#›</a:t>
            </a:fld>
            <a:endParaRPr lang="en-IN"/>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847150" y="1066800"/>
            <a:ext cx="3656648" cy="1981200"/>
          </a:xfrm>
        </p:spPr>
        <p:txBody>
          <a:bodyPr anchor="b">
            <a:noAutofit/>
          </a:bodyPr>
          <a:lstStyle>
            <a:lvl1pPr algn="l">
              <a:buNone/>
              <a:defRPr sz="2100" b="1">
                <a:effectLst/>
              </a:defRPr>
            </a:lvl1pPr>
          </a:lstStyle>
          <a:p>
            <a:r>
              <a:rPr kumimoji="0" lang="en-US"/>
              <a:t>Click to edit Master title style</a:t>
            </a:r>
          </a:p>
        </p:txBody>
      </p:sp>
      <p:sp>
        <p:nvSpPr>
          <p:cNvPr id="5" name="Date Placeholder 4"/>
          <p:cNvSpPr>
            <a:spLocks noGrp="1"/>
          </p:cNvSpPr>
          <p:nvPr>
            <p:ph type="dt" sz="half" idx="10"/>
          </p:nvPr>
        </p:nvSpPr>
        <p:spPr/>
        <p:txBody>
          <a:bodyPr/>
          <a:lstStyle/>
          <a:p>
            <a:fld id="{1D498E06-7CA0-40DF-8E13-7427FC7F664B}" type="datetime1">
              <a:rPr lang="en-IN" smtClean="0"/>
              <a:t>29-07-2026</a:t>
            </a:fld>
            <a:endParaRPr lang="en-IN"/>
          </a:p>
        </p:txBody>
      </p:sp>
      <p:sp>
        <p:nvSpPr>
          <p:cNvPr id="6" name="Footer Placeholder 5"/>
          <p:cNvSpPr>
            <a:spLocks noGrp="1"/>
          </p:cNvSpPr>
          <p:nvPr>
            <p:ph type="ftr" sz="quarter" idx="11"/>
          </p:nvPr>
        </p:nvSpPr>
        <p:spPr/>
        <p:txBody>
          <a:bodyPr/>
          <a:lstStyle/>
          <a:p>
            <a:r>
              <a:rPr lang="en-IN"/>
              <a:t>Department of Computer Engineering</a:t>
            </a:r>
          </a:p>
        </p:txBody>
      </p:sp>
      <p:sp>
        <p:nvSpPr>
          <p:cNvPr id="7" name="Slide Number Placeholder 6"/>
          <p:cNvSpPr>
            <a:spLocks noGrp="1"/>
          </p:cNvSpPr>
          <p:nvPr>
            <p:ph type="sldNum" sz="quarter" idx="12"/>
          </p:nvPr>
        </p:nvSpPr>
        <p:spPr/>
        <p:txBody>
          <a:bodyPr/>
          <a:lstStyle/>
          <a:p>
            <a:fld id="{56E39993-3455-456D-B76B-54420194FCFA}" type="slidenum">
              <a:rPr lang="en-IN" smtClean="0"/>
              <a:t>‹#›</a:t>
            </a:fld>
            <a:endParaRPr lang="en-IN"/>
          </a:p>
        </p:txBody>
      </p:sp>
      <p:sp>
        <p:nvSpPr>
          <p:cNvPr id="8" name="Rectangle 7"/>
          <p:cNvSpPr/>
          <p:nvPr/>
        </p:nvSpPr>
        <p:spPr>
          <a:xfrm>
            <a:off x="1015735" y="1066800"/>
            <a:ext cx="6094413"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210" algn="l" rtl="0" eaLnBrk="1" latinLnBrk="0" hangingPunct="1">
              <a:lnSpc>
                <a:spcPts val="3000"/>
              </a:lnSpc>
              <a:spcBef>
                <a:spcPts val="600"/>
              </a:spcBef>
              <a:buClr>
                <a:schemeClr val="accent1"/>
              </a:buClr>
              <a:buSzPct val="80000"/>
              <a:buFont typeface="Wingdings 2" panose="05020102010507070707"/>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1117309" y="1143004"/>
            <a:ext cx="5891265"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lstStyle>
          <a:p>
            <a:pPr marL="0" algn="l" eaLnBrk="1" latinLnBrk="0" hangingPunct="1"/>
            <a:r>
              <a:rPr kumimoji="0" lang="en-US"/>
              <a:t>Click icon to add picture</a:t>
            </a:r>
          </a:p>
        </p:txBody>
      </p:sp>
      <p:sp>
        <p:nvSpPr>
          <p:cNvPr id="9" name="Flowchart: Process 8"/>
          <p:cNvSpPr/>
          <p:nvPr/>
        </p:nvSpPr>
        <p:spPr>
          <a:xfrm rot="19468671">
            <a:off x="528829" y="954341"/>
            <a:ext cx="914162"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6669818" y="936786"/>
            <a:ext cx="865407"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 name="Text Placeholder 3"/>
          <p:cNvSpPr>
            <a:spLocks noGrp="1"/>
          </p:cNvSpPr>
          <p:nvPr>
            <p:ph type="body" sz="half" idx="2"/>
          </p:nvPr>
        </p:nvSpPr>
        <p:spPr>
          <a:xfrm>
            <a:off x="1117309" y="4800600"/>
            <a:ext cx="5891265"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63811AA-9BFB-4408-9EC5-7E0BFA05927B}" type="datetime1">
              <a:rPr lang="en-IN" smtClean="0"/>
              <a:t>29-07-2026</a:t>
            </a:fld>
            <a:endParaRPr lang="en-IN"/>
          </a:p>
        </p:txBody>
      </p:sp>
      <p:sp>
        <p:nvSpPr>
          <p:cNvPr id="5" name="Footer Placeholder 4"/>
          <p:cNvSpPr>
            <a:spLocks noGrp="1"/>
          </p:cNvSpPr>
          <p:nvPr>
            <p:ph type="ftr" sz="quarter" idx="11"/>
          </p:nvPr>
        </p:nvSpPr>
        <p:spPr/>
        <p:txBody>
          <a:bodyPr/>
          <a:lstStyle/>
          <a:p>
            <a:r>
              <a:rPr lang="en-IN"/>
              <a:t>Department of Computer Engineering</a:t>
            </a:r>
          </a:p>
        </p:txBody>
      </p:sp>
      <p:sp>
        <p:nvSpPr>
          <p:cNvPr id="6" name="Slide Number Placeholder 5"/>
          <p:cNvSpPr>
            <a:spLocks noGrp="1"/>
          </p:cNvSpPr>
          <p:nvPr>
            <p:ph type="sldNum" sz="quarter" idx="12"/>
          </p:nvPr>
        </p:nvSpPr>
        <p:spPr/>
        <p:txBody>
          <a:bodyPr/>
          <a:lstStyle/>
          <a:p>
            <a:fld id="{56E39993-3455-456D-B76B-54420194FCFA}" type="slidenum">
              <a:rPr lang="en-IN" smtClean="0"/>
              <a:t>‹#›</a:t>
            </a:fld>
            <a:endParaRPr lang="en-IN"/>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1619" y="274640"/>
            <a:ext cx="2437765"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523603" y="274641"/>
            <a:ext cx="7414869"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668F118-A165-40A3-A3F4-A394363F3C52}" type="datetime1">
              <a:rPr lang="en-IN" smtClean="0"/>
              <a:t>29-07-2026</a:t>
            </a:fld>
            <a:endParaRPr lang="en-IN"/>
          </a:p>
        </p:txBody>
      </p:sp>
      <p:sp>
        <p:nvSpPr>
          <p:cNvPr id="5" name="Footer Placeholder 4"/>
          <p:cNvSpPr>
            <a:spLocks noGrp="1"/>
          </p:cNvSpPr>
          <p:nvPr>
            <p:ph type="ftr" sz="quarter" idx="11"/>
          </p:nvPr>
        </p:nvSpPr>
        <p:spPr/>
        <p:txBody>
          <a:bodyPr/>
          <a:lstStyle/>
          <a:p>
            <a:r>
              <a:rPr lang="en-IN"/>
              <a:t>Department of Computer Engineering</a:t>
            </a:r>
          </a:p>
        </p:txBody>
      </p:sp>
      <p:sp>
        <p:nvSpPr>
          <p:cNvPr id="6" name="Slide Number Placeholder 5"/>
          <p:cNvSpPr>
            <a:spLocks noGrp="1"/>
          </p:cNvSpPr>
          <p:nvPr>
            <p:ph type="sldNum" sz="quarter" idx="12"/>
          </p:nvPr>
        </p:nvSpPr>
        <p:spPr/>
        <p:txBody>
          <a:bodyPr/>
          <a:lstStyle/>
          <a:p>
            <a:fld id="{56E39993-3455-456D-B76B-54420194FCFA}" type="slidenum">
              <a:rPr lang="en-IN" smtClean="0"/>
              <a:t>‹#›</a:t>
            </a:fld>
            <a:endParaRPr lang="en-IN"/>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1087619" y="-815922"/>
            <a:ext cx="2184614"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25030" y="21103"/>
            <a:ext cx="2268997"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243779" y="1055077"/>
            <a:ext cx="1500565"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350146" y="-54"/>
            <a:ext cx="10838679"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913645" y="274638"/>
            <a:ext cx="9994837"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913645" y="1447800"/>
            <a:ext cx="9994837"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4773957" y="6305550"/>
            <a:ext cx="2844059" cy="476250"/>
          </a:xfrm>
          <a:prstGeom prst="rect">
            <a:avLst/>
          </a:prstGeom>
        </p:spPr>
        <p:txBody>
          <a:bodyPr anchor="b"/>
          <a:lstStyle>
            <a:lvl1pPr algn="r" eaLnBrk="1" latinLnBrk="0" hangingPunct="1">
              <a:defRPr kumimoji="0" sz="1200">
                <a:solidFill>
                  <a:schemeClr val="bg2">
                    <a:shade val="50000"/>
                    <a:satMod val="200000"/>
                  </a:schemeClr>
                </a:solidFill>
              </a:defRPr>
            </a:lvl1pPr>
          </a:lstStyle>
          <a:p>
            <a:fld id="{99689E67-D207-4EA0-B849-1B7E932ADA54}" type="datetime1">
              <a:rPr lang="en-IN" smtClean="0"/>
              <a:t>29-07-2026</a:t>
            </a:fld>
            <a:endParaRPr lang="en-IN"/>
          </a:p>
        </p:txBody>
      </p:sp>
      <p:sp>
        <p:nvSpPr>
          <p:cNvPr id="10" name="Footer Placeholder 9"/>
          <p:cNvSpPr>
            <a:spLocks noGrp="1"/>
          </p:cNvSpPr>
          <p:nvPr>
            <p:ph type="ftr" sz="quarter" idx="3"/>
          </p:nvPr>
        </p:nvSpPr>
        <p:spPr>
          <a:xfrm>
            <a:off x="7618015" y="6305550"/>
            <a:ext cx="3859795" cy="476250"/>
          </a:xfrm>
          <a:prstGeom prst="rect">
            <a:avLst/>
          </a:prstGeom>
        </p:spPr>
        <p:txBody>
          <a:bodyPr anchor="b"/>
          <a:lstStyle>
            <a:lvl1pPr eaLnBrk="1" latinLnBrk="0" hangingPunct="1">
              <a:defRPr kumimoji="0" sz="1200">
                <a:solidFill>
                  <a:schemeClr val="bg2">
                    <a:shade val="50000"/>
                    <a:satMod val="200000"/>
                  </a:schemeClr>
                </a:solidFill>
                <a:effectLst/>
              </a:defRPr>
            </a:lvl1pPr>
          </a:lstStyle>
          <a:p>
            <a:r>
              <a:rPr lang="en-IN"/>
              <a:t>Department of Computer Engineering</a:t>
            </a:r>
          </a:p>
        </p:txBody>
      </p:sp>
      <p:sp>
        <p:nvSpPr>
          <p:cNvPr id="22" name="Slide Number Placeholder 21"/>
          <p:cNvSpPr>
            <a:spLocks noGrp="1"/>
          </p:cNvSpPr>
          <p:nvPr>
            <p:ph type="sldNum" sz="quarter" idx="4"/>
          </p:nvPr>
        </p:nvSpPr>
        <p:spPr>
          <a:xfrm>
            <a:off x="11481873" y="6305550"/>
            <a:ext cx="609441"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lstStyle>
          <a:p>
            <a:fld id="{56E39993-3455-456D-B76B-54420194FCFA}" type="slidenum">
              <a:rPr lang="en-IN" smtClean="0"/>
              <a:t>‹#›</a:t>
            </a:fld>
            <a:endParaRPr lang="en-IN"/>
          </a:p>
        </p:txBody>
      </p:sp>
      <p:sp>
        <p:nvSpPr>
          <p:cNvPr id="15" name="Rectangle 14"/>
          <p:cNvSpPr/>
          <p:nvPr/>
        </p:nvSpPr>
        <p:spPr bwMode="invGray">
          <a:xfrm>
            <a:off x="1352959" y="-54"/>
            <a:ext cx="97511"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hdr="0" dt="0"/>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p:titleStyle>
    <p:bodyStyle>
      <a:lvl1pPr marL="365760" indent="-283210" algn="l" rtl="0" eaLnBrk="1" latinLnBrk="0" hangingPunct="1">
        <a:lnSpc>
          <a:spcPct val="100000"/>
        </a:lnSpc>
        <a:spcBef>
          <a:spcPts val="600"/>
        </a:spcBef>
        <a:buClr>
          <a:schemeClr val="accent1"/>
        </a:buClr>
        <a:buSzPct val="80000"/>
        <a:buFont typeface="Wingdings 2" panose="05020102010507070707"/>
        <a:buChar char=""/>
        <a:defRPr kumimoji="0" sz="3200" kern="1200">
          <a:solidFill>
            <a:schemeClr val="tx1"/>
          </a:solidFill>
          <a:latin typeface="+mn-lt"/>
          <a:ea typeface="+mn-ea"/>
          <a:cs typeface="+mn-cs"/>
        </a:defRPr>
      </a:lvl1pPr>
      <a:lvl2pPr marL="640080" indent="-237490" algn="l" rtl="0" eaLnBrk="1" latinLnBrk="0" hangingPunct="1">
        <a:lnSpc>
          <a:spcPct val="100000"/>
        </a:lnSpc>
        <a:spcBef>
          <a:spcPts val="550"/>
        </a:spcBef>
        <a:buClr>
          <a:schemeClr val="accent1"/>
        </a:buClr>
        <a:buFont typeface="Verdana" panose="020B0604030504040204"/>
        <a:buChar char="◦"/>
        <a:defRPr kumimoji="0" sz="2800" kern="1200">
          <a:solidFill>
            <a:schemeClr val="tx1"/>
          </a:solidFill>
          <a:latin typeface="+mn-lt"/>
          <a:ea typeface="+mn-ea"/>
          <a:cs typeface="+mn-cs"/>
        </a:defRPr>
      </a:lvl2pPr>
      <a:lvl3pPr marL="887095" indent="-228600" algn="l" rtl="0" eaLnBrk="1" latinLnBrk="0" hangingPunct="1">
        <a:lnSpc>
          <a:spcPct val="100000"/>
        </a:lnSpc>
        <a:spcBef>
          <a:spcPct val="20000"/>
        </a:spcBef>
        <a:buClr>
          <a:schemeClr val="accent2"/>
        </a:buClr>
        <a:buFont typeface="Wingdings 2" panose="05020102010507070707"/>
        <a:buChar char=""/>
        <a:defRPr kumimoji="0" sz="2400" kern="1200">
          <a:solidFill>
            <a:schemeClr val="tx1"/>
          </a:solidFill>
          <a:latin typeface="+mn-lt"/>
          <a:ea typeface="+mn-ea"/>
          <a:cs typeface="+mn-cs"/>
        </a:defRPr>
      </a:lvl3pPr>
      <a:lvl4pPr marL="1097280" indent="-173990" algn="l" rtl="0" eaLnBrk="1" latinLnBrk="0" hangingPunct="1">
        <a:lnSpc>
          <a:spcPct val="100000"/>
        </a:lnSpc>
        <a:spcBef>
          <a:spcPct val="20000"/>
        </a:spcBef>
        <a:buClr>
          <a:schemeClr val="accent3"/>
        </a:buClr>
        <a:buFont typeface="Wingdings 2" panose="05020102010507070707"/>
        <a:buChar char=""/>
        <a:defRPr kumimoji="0" sz="2000" kern="1200">
          <a:solidFill>
            <a:schemeClr val="tx1"/>
          </a:solidFill>
          <a:latin typeface="+mn-lt"/>
          <a:ea typeface="+mn-ea"/>
          <a:cs typeface="+mn-cs"/>
        </a:defRPr>
      </a:lvl4pPr>
      <a:lvl5pPr marL="1298575" indent="-182880" algn="l" rtl="0" eaLnBrk="1" latinLnBrk="0" hangingPunct="1">
        <a:lnSpc>
          <a:spcPct val="100000"/>
        </a:lnSpc>
        <a:spcBef>
          <a:spcPct val="20000"/>
        </a:spcBef>
        <a:buClr>
          <a:schemeClr val="accent4"/>
        </a:buClr>
        <a:buFont typeface="Wingdings 2" panose="05020102010507070707"/>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panose="05020102010507070707"/>
        <a:buChar char=""/>
        <a:defRPr kumimoji="0" sz="2000" kern="1200">
          <a:solidFill>
            <a:schemeClr val="tx1"/>
          </a:solidFill>
          <a:latin typeface="+mn-lt"/>
          <a:ea typeface="+mn-ea"/>
          <a:cs typeface="+mn-cs"/>
        </a:defRPr>
      </a:lvl6pPr>
      <a:lvl7pPr marL="171894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8pPr>
      <a:lvl9pPr marL="213042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1485900" y="188640"/>
          <a:ext cx="10225137" cy="1800200"/>
        </p:xfrm>
        <a:graphic>
          <a:graphicData uri="http://schemas.openxmlformats.org/drawingml/2006/table">
            <a:tbl>
              <a:tblPr/>
              <a:tblGrid>
                <a:gridCol w="1944218">
                  <a:extLst>
                    <a:ext uri="{9D8B030D-6E8A-4147-A177-3AD203B41FA5}">
                      <a16:colId xmlns:a16="http://schemas.microsoft.com/office/drawing/2014/main" val="20000"/>
                    </a:ext>
                  </a:extLst>
                </a:gridCol>
                <a:gridCol w="6696744">
                  <a:extLst>
                    <a:ext uri="{9D8B030D-6E8A-4147-A177-3AD203B41FA5}">
                      <a16:colId xmlns:a16="http://schemas.microsoft.com/office/drawing/2014/main" val="20001"/>
                    </a:ext>
                  </a:extLst>
                </a:gridCol>
                <a:gridCol w="1584175">
                  <a:extLst>
                    <a:ext uri="{9D8B030D-6E8A-4147-A177-3AD203B41FA5}">
                      <a16:colId xmlns:a16="http://schemas.microsoft.com/office/drawing/2014/main" val="20002"/>
                    </a:ext>
                  </a:extLst>
                </a:gridCol>
              </a:tblGrid>
              <a:tr h="1800200">
                <a:tc>
                  <a:txBody>
                    <a:bodyPr/>
                    <a:lstStyle/>
                    <a:p>
                      <a:pPr algn="ctr">
                        <a:lnSpc>
                          <a:spcPct val="115000"/>
                        </a:lnSpc>
                        <a:spcAft>
                          <a:spcPts val="0"/>
                        </a:spcAft>
                      </a:pPr>
                      <a:endParaRPr lang="en-US" sz="100">
                        <a:latin typeface="Times New Roman" panose="02020603050405020304"/>
                        <a:ea typeface="Calibri" panose="020F0502020204030204"/>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2000" b="1">
                          <a:latin typeface="Times New Roman" panose="02020603050405020304" pitchFamily="18" charset="0"/>
                          <a:ea typeface="Calibri" panose="020F0502020204030204"/>
                          <a:cs typeface="Times New Roman" panose="02020603050405020304" pitchFamily="18" charset="0"/>
                        </a:rPr>
                        <a:t>ZEAL EDUCATION SOCIETY’S</a:t>
                      </a:r>
                      <a:endParaRPr lang="en-US" sz="2000">
                        <a:latin typeface="Times New Roman" panose="02020603050405020304" pitchFamily="18" charset="0"/>
                        <a:ea typeface="Calibri" panose="020F0502020204030204"/>
                        <a:cs typeface="Times New Roman" panose="02020603050405020304" pitchFamily="18" charset="0"/>
                      </a:endParaRPr>
                    </a:p>
                    <a:p>
                      <a:pPr algn="ctr">
                        <a:lnSpc>
                          <a:spcPct val="115000"/>
                        </a:lnSpc>
                        <a:spcAft>
                          <a:spcPts val="0"/>
                        </a:spcAft>
                      </a:pPr>
                      <a:r>
                        <a:rPr lang="en-US" sz="2000" b="1">
                          <a:latin typeface="Times New Roman" panose="02020603050405020304" pitchFamily="18" charset="0"/>
                          <a:ea typeface="Calibri" panose="020F0502020204030204"/>
                          <a:cs typeface="Times New Roman" panose="02020603050405020304" pitchFamily="18" charset="0"/>
                        </a:rPr>
                        <a:t>ZEAL COLLEGE OF ENGINEERING AND RESEARCH</a:t>
                      </a:r>
                      <a:endParaRPr lang="en-US" sz="2000">
                        <a:latin typeface="Times New Roman" panose="02020603050405020304" pitchFamily="18" charset="0"/>
                        <a:ea typeface="Calibri" panose="020F0502020204030204"/>
                        <a:cs typeface="Times New Roman" panose="02020603050405020304" pitchFamily="18" charset="0"/>
                      </a:endParaRPr>
                    </a:p>
                    <a:p>
                      <a:pPr algn="ctr">
                        <a:lnSpc>
                          <a:spcPct val="115000"/>
                        </a:lnSpc>
                        <a:spcAft>
                          <a:spcPts val="0"/>
                        </a:spcAft>
                      </a:pPr>
                      <a:r>
                        <a:rPr lang="en-US" sz="2000" b="1">
                          <a:latin typeface="Times New Roman" panose="02020603050405020304" pitchFamily="18" charset="0"/>
                          <a:ea typeface="Calibri" panose="020F0502020204030204"/>
                          <a:cs typeface="Times New Roman" panose="02020603050405020304" pitchFamily="18" charset="0"/>
                        </a:rPr>
                        <a:t>NARHE │PUNE -41 │ INDIA</a:t>
                      </a:r>
                      <a:endParaRPr lang="en-IN" sz="2000" b="1">
                        <a:latin typeface="Times New Roman" panose="02020603050405020304" pitchFamily="18" charset="0"/>
                        <a:ea typeface="Calibri" panose="020F0502020204030204"/>
                        <a:cs typeface="Times New Roman" panose="02020603050405020304" pitchFamily="18" charset="0"/>
                      </a:endParaRPr>
                    </a:p>
                    <a:p>
                      <a:pPr algn="ctr">
                        <a:lnSpc>
                          <a:spcPct val="115000"/>
                        </a:lnSpc>
                        <a:spcAft>
                          <a:spcPts val="0"/>
                        </a:spcAft>
                      </a:pPr>
                      <a:r>
                        <a:rPr lang="en-IN" sz="2400" b="1">
                          <a:latin typeface="Times New Roman" panose="02020603050405020304" pitchFamily="18" charset="0"/>
                          <a:ea typeface="Calibri" panose="020F0502020204030204"/>
                          <a:cs typeface="Times New Roman" panose="02020603050405020304" pitchFamily="18" charset="0"/>
                        </a:rPr>
                        <a:t>COMPUTER ENGINEERING DEPARTMENT</a:t>
                      </a:r>
                      <a:endParaRPr lang="en-US" sz="2400" b="1">
                        <a:latin typeface="Times New Roman" panose="02020603050405020304" pitchFamily="18" charset="0"/>
                        <a:ea typeface="Calibri" panose="020F0502020204030204"/>
                        <a:cs typeface="Times New Roman" panose="02020603050405020304" pitchFamily="18" charset="0"/>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200">
                        <a:latin typeface="Times New Roman" panose="02020603050405020304"/>
                        <a:ea typeface="Calibri" panose="020F0502020204030204"/>
                        <a:cs typeface="Times New Roman" panose="02020603050405020304"/>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pic>
        <p:nvPicPr>
          <p:cNvPr id="32770" name="Picture 1" descr="Image result for ZCOER"/>
          <p:cNvPicPr>
            <a:picLocks noChangeAspect="1" noChangeArrowheads="1"/>
          </p:cNvPicPr>
          <p:nvPr/>
        </p:nvPicPr>
        <p:blipFill>
          <a:blip r:embed="rId3" cstate="print"/>
          <a:srcRect/>
          <a:stretch>
            <a:fillRect/>
          </a:stretch>
        </p:blipFill>
        <p:spPr bwMode="auto">
          <a:xfrm>
            <a:off x="1629918" y="476672"/>
            <a:ext cx="1512167" cy="1512168"/>
          </a:xfrm>
          <a:prstGeom prst="rect">
            <a:avLst/>
          </a:prstGeom>
          <a:noFill/>
        </p:spPr>
      </p:pic>
      <p:pic>
        <p:nvPicPr>
          <p:cNvPr id="32769" name="Picture 1" descr="Zeal 25 Years Logo"/>
          <p:cNvPicPr>
            <a:picLocks noChangeAspect="1" noChangeArrowheads="1"/>
          </p:cNvPicPr>
          <p:nvPr/>
        </p:nvPicPr>
        <p:blipFill>
          <a:blip r:embed="rId4" cstate="print"/>
          <a:srcRect/>
          <a:stretch>
            <a:fillRect/>
          </a:stretch>
        </p:blipFill>
        <p:spPr bwMode="auto">
          <a:xfrm>
            <a:off x="10270877" y="548680"/>
            <a:ext cx="1152128" cy="1368152"/>
          </a:xfrm>
          <a:prstGeom prst="rect">
            <a:avLst/>
          </a:prstGeom>
          <a:noFill/>
        </p:spPr>
      </p:pic>
      <p:sp>
        <p:nvSpPr>
          <p:cNvPr id="8" name="TextBox 7"/>
          <p:cNvSpPr txBox="1"/>
          <p:nvPr/>
        </p:nvSpPr>
        <p:spPr>
          <a:xfrm>
            <a:off x="1557908" y="1988840"/>
            <a:ext cx="10153129" cy="400110"/>
          </a:xfrm>
          <a:prstGeom prst="rect">
            <a:avLst/>
          </a:prstGeom>
          <a:noFill/>
        </p:spPr>
        <p:txBody>
          <a:bodyPr wrap="square" lIns="91440" tIns="45720" rIns="91440" bIns="45720" rtlCol="0" anchor="t">
            <a:spAutoFit/>
          </a:bodyPr>
          <a:lstStyle/>
          <a:p>
            <a:r>
              <a:rPr lang="en-IN" sz="2000" b="1" dirty="0">
                <a:latin typeface="Times New Roman" panose="02020603050405020304"/>
                <a:cs typeface="Times New Roman" panose="02020603050405020304"/>
              </a:rPr>
              <a:t>             Academic Year: 2025-2026                                                                           Semester: II</a:t>
            </a:r>
            <a:endParaRPr lang="en-US" sz="2000" b="1" dirty="0">
              <a:latin typeface="Times New Roman" panose="02020603050405020304"/>
              <a:cs typeface="Times New Roman" panose="02020603050405020304"/>
            </a:endParaRPr>
          </a:p>
        </p:txBody>
      </p:sp>
      <p:sp>
        <p:nvSpPr>
          <p:cNvPr id="11" name="TextBox 10"/>
          <p:cNvSpPr txBox="1"/>
          <p:nvPr/>
        </p:nvSpPr>
        <p:spPr>
          <a:xfrm>
            <a:off x="1485900" y="2492896"/>
            <a:ext cx="10153128" cy="4154984"/>
          </a:xfrm>
          <a:prstGeom prst="rect">
            <a:avLst/>
          </a:prstGeom>
          <a:noFill/>
        </p:spPr>
        <p:txBody>
          <a:bodyPr wrap="square" lIns="91440" tIns="45720" rIns="91440" bIns="45720" rtlCol="0" anchor="t">
            <a:spAutoFit/>
          </a:bodyPr>
          <a:lstStyle/>
          <a:p>
            <a:pPr algn="ctr"/>
            <a:r>
              <a:rPr lang="en-IN" sz="2000" dirty="0">
                <a:latin typeface="Times New Roman" panose="02020603050405020304" pitchFamily="18" charset="0"/>
                <a:cs typeface="Times New Roman" panose="02020603050405020304" pitchFamily="18" charset="0"/>
              </a:rPr>
              <a:t> First Year Engineering Internship Projects Presentation</a:t>
            </a:r>
          </a:p>
          <a:p>
            <a:pPr algn="ctr"/>
            <a:r>
              <a:rPr lang="en-IN" sz="2400" dirty="0">
                <a:solidFill>
                  <a:schemeClr val="accent1"/>
                </a:solidFill>
                <a:latin typeface="Times New Roman" panose="02020603050405020304"/>
                <a:cs typeface="Times New Roman" panose="02020603050405020304"/>
              </a:rPr>
              <a:t>“VaultKeep – Digital Warranty &amp; Service Book”</a:t>
            </a:r>
          </a:p>
          <a:p>
            <a:pPr algn="ctr"/>
            <a:r>
              <a:rPr lang="en-IN" sz="2000" dirty="0">
                <a:latin typeface="Times New Roman" panose="02020603050405020304" pitchFamily="18" charset="0"/>
                <a:cs typeface="Times New Roman" panose="02020603050405020304" pitchFamily="18" charset="0"/>
              </a:rPr>
              <a:t>Presented By: </a:t>
            </a:r>
          </a:p>
          <a:p>
            <a:pPr algn="ctr"/>
            <a:endParaRPr lang="en-IN" sz="2000" dirty="0">
              <a:latin typeface="Times New Roman" panose="02020603050405020304" pitchFamily="18" charset="0"/>
              <a:cs typeface="Times New Roman" panose="02020603050405020304" pitchFamily="18" charset="0"/>
            </a:endParaRPr>
          </a:p>
          <a:p>
            <a:pPr algn="ctr"/>
            <a:endParaRPr lang="en-IN" sz="2000" dirty="0">
              <a:latin typeface="Times New Roman" panose="02020603050405020304" pitchFamily="18" charset="0"/>
              <a:cs typeface="Times New Roman" panose="02020603050405020304" pitchFamily="18" charset="0"/>
            </a:endParaRPr>
          </a:p>
          <a:p>
            <a:pPr algn="ctr"/>
            <a:endParaRPr lang="en-IN" sz="2000" dirty="0">
              <a:latin typeface="Times New Roman" panose="02020603050405020304" pitchFamily="18" charset="0"/>
              <a:cs typeface="Times New Roman" panose="02020603050405020304" pitchFamily="18" charset="0"/>
            </a:endParaRPr>
          </a:p>
          <a:p>
            <a:pPr algn="ctr"/>
            <a:endParaRPr lang="en-IN" sz="2000" dirty="0">
              <a:latin typeface="Times New Roman" panose="02020603050405020304" pitchFamily="18" charset="0"/>
              <a:cs typeface="Times New Roman" panose="02020603050405020304" pitchFamily="18" charset="0"/>
            </a:endParaRPr>
          </a:p>
          <a:p>
            <a:pPr algn="ctr"/>
            <a:endParaRPr lang="en-IN" sz="2000" dirty="0">
              <a:latin typeface="Times New Roman" panose="02020603050405020304" pitchFamily="18" charset="0"/>
              <a:cs typeface="Times New Roman" panose="02020603050405020304" pitchFamily="18" charset="0"/>
            </a:endParaRPr>
          </a:p>
          <a:p>
            <a:pPr algn="ctr"/>
            <a:endParaRPr lang="en-IN" sz="2000" dirty="0">
              <a:latin typeface="Times New Roman" panose="02020603050405020304" pitchFamily="18" charset="0"/>
              <a:cs typeface="Times New Roman" panose="02020603050405020304" pitchFamily="18" charset="0"/>
            </a:endParaRPr>
          </a:p>
          <a:p>
            <a:pPr algn="ctr"/>
            <a:endParaRPr lang="en-IN" sz="2000" dirty="0">
              <a:latin typeface="Times New Roman" panose="02020603050405020304" pitchFamily="18" charset="0"/>
              <a:cs typeface="Times New Roman" panose="02020603050405020304" pitchFamily="18" charset="0"/>
            </a:endParaRPr>
          </a:p>
        </p:txBody>
      </p:sp>
      <p:graphicFrame>
        <p:nvGraphicFramePr>
          <p:cNvPr id="9" name="Table 8"/>
          <p:cNvGraphicFramePr>
            <a:graphicFrameLocks noGrp="1"/>
          </p:cNvGraphicFramePr>
          <p:nvPr/>
        </p:nvGraphicFramePr>
        <p:xfrm>
          <a:off x="3379734" y="3600000"/>
          <a:ext cx="6408712" cy="1860000"/>
        </p:xfrm>
        <a:graphic>
          <a:graphicData uri="http://schemas.openxmlformats.org/drawingml/2006/table">
            <a:tbl>
              <a:tblPr firstRow="1" bandRow="1">
                <a:tableStyleId>{5C22544A-7EE6-4342-B048-85BDC9FD1C3A}</a:tableStyleId>
              </a:tblPr>
              <a:tblGrid>
                <a:gridCol w="624703">
                  <a:extLst>
                    <a:ext uri="{9D8B030D-6E8A-4147-A177-3AD203B41FA5}">
                      <a16:colId xmlns:a16="http://schemas.microsoft.com/office/drawing/2014/main" val="20000"/>
                    </a:ext>
                  </a:extLst>
                </a:gridCol>
                <a:gridCol w="3695777">
                  <a:extLst>
                    <a:ext uri="{9D8B030D-6E8A-4147-A177-3AD203B41FA5}">
                      <a16:colId xmlns:a16="http://schemas.microsoft.com/office/drawing/2014/main" val="20001"/>
                    </a:ext>
                  </a:extLst>
                </a:gridCol>
                <a:gridCol w="2088232">
                  <a:extLst>
                    <a:ext uri="{9D8B030D-6E8A-4147-A177-3AD203B41FA5}">
                      <a16:colId xmlns:a16="http://schemas.microsoft.com/office/drawing/2014/main" val="20002"/>
                    </a:ext>
                  </a:extLst>
                </a:gridCol>
              </a:tblGrid>
              <a:tr h="300000">
                <a:tc>
                  <a:txBody>
                    <a:bodyPr/>
                    <a:lstStyle/>
                    <a:p>
                      <a:pPr algn="ctr"/>
                      <a:r>
                        <a:rPr lang="en-IN" sz="1300">
                          <a:solidFill>
                            <a:schemeClr val="tx1"/>
                          </a:solidFill>
                          <a:latin typeface="Times New Roman" panose="02020603050405020304" pitchFamily="18" charset="0"/>
                          <a:cs typeface="Times New Roman" panose="02020603050405020304" pitchFamily="18" charset="0"/>
                        </a:rPr>
                        <a:t>S.N.</a:t>
                      </a:r>
                      <a:endParaRPr lang="en-US" sz="160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IN" sz="1300">
                          <a:solidFill>
                            <a:schemeClr val="tx1"/>
                          </a:solidFill>
                          <a:latin typeface="Times New Roman" panose="02020603050405020304" pitchFamily="18" charset="0"/>
                          <a:cs typeface="Times New Roman" panose="02020603050405020304" pitchFamily="18" charset="0"/>
                        </a:rPr>
                        <a:t>Name of the student</a:t>
                      </a:r>
                      <a:endParaRPr lang="en-US" sz="160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IN" sz="1300" dirty="0">
                          <a:solidFill>
                            <a:schemeClr val="tx1"/>
                          </a:solidFill>
                          <a:latin typeface="Times New Roman" panose="02020603050405020304" pitchFamily="18" charset="0"/>
                          <a:cs typeface="Times New Roman" panose="02020603050405020304" pitchFamily="18" charset="0"/>
                        </a:rPr>
                        <a:t>Roll No</a:t>
                      </a:r>
                      <a:endParaRPr lang="en-US" sz="16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0"/>
                  </a:ext>
                </a:extLst>
              </a:tr>
              <a:tr h="260000">
                <a:tc>
                  <a:txBody>
                    <a:bodyPr/>
                    <a:lstStyle/>
                    <a:p>
                      <a:pPr algn="ctr"/>
                      <a:r>
                        <a:rPr sz="1300">
                          <a:latin typeface="Calibri" panose="020F0502020204030204"/>
                        </a:rPr>
                        <a:t>1.</a:t>
                      </a:r>
                      <a:endParaRPr lang="en-US" sz="1600">
                        <a:latin typeface="Times New Roman" panose="02020603050405020304" pitchFamily="18" charset="0"/>
                        <a:cs typeface="Times New Roman" panose="02020603050405020304" pitchFamily="18" charset="0"/>
                      </a:endParaRPr>
                    </a:p>
                  </a:txBody>
                  <a:tcPr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sz="1300">
                          <a:latin typeface="Calibri" panose="020F0502020204030204"/>
                        </a:rPr>
                        <a:t>Krishna Chaudhari</a:t>
                      </a:r>
                      <a:endParaRPr lang="en-IN" sz="1800" kern="1200" dirty="0">
                        <a:solidFill>
                          <a:schemeClr val="dk1"/>
                        </a:solidFill>
                        <a:effectLst/>
                        <a:latin typeface="Times New Roman" panose="02020603050405020304"/>
                        <a:ea typeface="+mn-ea"/>
                        <a:cs typeface="Times New Roman" panose="02020603050405020304"/>
                      </a:endParaRPr>
                    </a:p>
                  </a:txBody>
                  <a:tcPr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sz="1300">
                          <a:latin typeface="Calibri" panose="020F0502020204030204"/>
                        </a:rPr>
                        <a:t>CO1607</a:t>
                      </a:r>
                      <a:endParaRPr lang="en-US" sz="1600">
                        <a:latin typeface="Times New Roman" panose="02020603050405020304" pitchFamily="18" charset="0"/>
                        <a:cs typeface="Times New Roman" panose="02020603050405020304" pitchFamily="18" charset="0"/>
                      </a:endParaRPr>
                    </a:p>
                  </a:txBody>
                  <a:tcPr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6000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sz="1300">
                          <a:latin typeface="Calibri" panose="020F0502020204030204"/>
                        </a:rPr>
                        <a:t>2.</a:t>
                      </a:r>
                      <a:endParaRPr lang="en-US" sz="1600">
                        <a:latin typeface="Times New Roman" panose="02020603050405020304" pitchFamily="18" charset="0"/>
                        <a:cs typeface="Times New Roman" panose="02020603050405020304" pitchFamily="18" charset="0"/>
                      </a:endParaRPr>
                    </a:p>
                  </a:txBody>
                  <a:tcPr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rtl="0" eaLnBrk="1" fontAlgn="auto" latinLnBrk="0" hangingPunct="1">
                        <a:lnSpc>
                          <a:spcPct val="100000"/>
                        </a:lnSpc>
                        <a:spcBef>
                          <a:spcPts val="0"/>
                        </a:spcBef>
                        <a:spcAft>
                          <a:spcPts val="0"/>
                        </a:spcAft>
                        <a:buClrTx/>
                        <a:buSzTx/>
                        <a:buFontTx/>
                        <a:buNone/>
                      </a:pPr>
                      <a:r>
                        <a:rPr sz="1300">
                          <a:latin typeface="Calibri" panose="020F0502020204030204"/>
                        </a:rPr>
                        <a:t>Vishwajeet Chaudhari</a:t>
                      </a:r>
                      <a:endParaRPr lang="en-IN" sz="1800" kern="1200" dirty="0">
                        <a:solidFill>
                          <a:schemeClr val="dk1"/>
                        </a:solidFill>
                        <a:effectLst/>
                        <a:latin typeface="Times New Roman" panose="02020603050405020304"/>
                        <a:ea typeface="+mn-ea"/>
                        <a:cs typeface="Times New Roman" panose="02020603050405020304"/>
                      </a:endParaRPr>
                    </a:p>
                  </a:txBody>
                  <a:tcPr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sz="1300">
                          <a:latin typeface="Calibri" panose="020F0502020204030204"/>
                        </a:rPr>
                        <a:t>CO1608</a:t>
                      </a:r>
                      <a:endParaRPr lang="en-US" sz="1600">
                        <a:latin typeface="Times New Roman" panose="02020603050405020304" pitchFamily="18" charset="0"/>
                        <a:cs typeface="Times New Roman" panose="02020603050405020304" pitchFamily="18" charset="0"/>
                      </a:endParaRPr>
                    </a:p>
                  </a:txBody>
                  <a:tcPr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6000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sz="1300">
                          <a:latin typeface="Calibri" panose="020F0502020204030204"/>
                        </a:rPr>
                        <a:t>3.</a:t>
                      </a:r>
                      <a:endParaRPr lang="en-US" sz="1600">
                        <a:latin typeface="Times New Roman" panose="02020603050405020304" pitchFamily="18" charset="0"/>
                        <a:cs typeface="Times New Roman" panose="02020603050405020304" pitchFamily="18" charset="0"/>
                      </a:endParaRPr>
                    </a:p>
                  </a:txBody>
                  <a:tcPr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rtl="0" eaLnBrk="1" fontAlgn="auto" latinLnBrk="0" hangingPunct="1">
                        <a:lnSpc>
                          <a:spcPct val="100000"/>
                        </a:lnSpc>
                        <a:spcBef>
                          <a:spcPts val="0"/>
                        </a:spcBef>
                        <a:spcAft>
                          <a:spcPts val="0"/>
                        </a:spcAft>
                        <a:buClrTx/>
                        <a:buSzTx/>
                        <a:buFontTx/>
                        <a:buNone/>
                      </a:pPr>
                      <a:r>
                        <a:rPr sz="1300">
                          <a:latin typeface="Calibri" panose="020F0502020204030204"/>
                        </a:rPr>
                        <a:t>Om Kadam</a:t>
                      </a:r>
                      <a:endParaRPr lang="en-IN" sz="1800" kern="1200" dirty="0">
                        <a:solidFill>
                          <a:schemeClr val="dk1"/>
                        </a:solidFill>
                        <a:effectLst/>
                        <a:latin typeface="Times New Roman" panose="02020603050405020304"/>
                        <a:ea typeface="+mn-ea"/>
                        <a:cs typeface="Times New Roman" panose="02020603050405020304"/>
                      </a:endParaRPr>
                    </a:p>
                  </a:txBody>
                  <a:tcPr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sz="1300">
                          <a:latin typeface="Calibri" panose="020F0502020204030204"/>
                        </a:rPr>
                        <a:t>CO1623</a:t>
                      </a:r>
                      <a:endParaRPr lang="en-US" sz="1600" dirty="0">
                        <a:latin typeface="Times New Roman" panose="02020603050405020304" pitchFamily="18" charset="0"/>
                        <a:cs typeface="Times New Roman" panose="02020603050405020304" pitchFamily="18" charset="0"/>
                      </a:endParaRPr>
                    </a:p>
                  </a:txBody>
                  <a:tcPr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6000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sz="1300">
                          <a:latin typeface="Calibri" panose="020F0502020204030204"/>
                        </a:rPr>
                        <a:t>4.</a:t>
                      </a:r>
                      <a:endParaRPr lang="en-US" sz="1600">
                        <a:latin typeface="Times New Roman" panose="02020603050405020304" pitchFamily="18" charset="0"/>
                        <a:cs typeface="Times New Roman" panose="02020603050405020304" pitchFamily="18" charset="0"/>
                      </a:endParaRPr>
                    </a:p>
                  </a:txBody>
                  <a:tcPr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rtl="0" eaLnBrk="1" fontAlgn="auto" latinLnBrk="0" hangingPunct="1">
                        <a:lnSpc>
                          <a:spcPct val="100000"/>
                        </a:lnSpc>
                        <a:spcBef>
                          <a:spcPts val="0"/>
                        </a:spcBef>
                        <a:spcAft>
                          <a:spcPts val="0"/>
                        </a:spcAft>
                        <a:buClrTx/>
                        <a:buSzTx/>
                        <a:buFontTx/>
                        <a:buNone/>
                      </a:pPr>
                      <a:r>
                        <a:rPr sz="1300">
                          <a:latin typeface="Calibri" panose="020F0502020204030204"/>
                        </a:rPr>
                        <a:t>Gayatri Kawale</a:t>
                      </a:r>
                      <a:endParaRPr lang="en-IN" sz="1800" kern="1200" dirty="0">
                        <a:solidFill>
                          <a:schemeClr val="dk1"/>
                        </a:solidFill>
                        <a:effectLst/>
                        <a:latin typeface="Times New Roman" panose="02020603050405020304"/>
                        <a:ea typeface="+mn-ea"/>
                        <a:cs typeface="Times New Roman" panose="02020603050405020304"/>
                      </a:endParaRPr>
                    </a:p>
                  </a:txBody>
                  <a:tcPr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sz="1300">
                          <a:latin typeface="Calibri" panose="020F0502020204030204"/>
                        </a:rPr>
                        <a:t>CO1625</a:t>
                      </a:r>
                      <a:endParaRPr lang="en-US" sz="1600" dirty="0">
                        <a:latin typeface="Times New Roman" panose="02020603050405020304" pitchFamily="18" charset="0"/>
                        <a:cs typeface="Times New Roman" panose="02020603050405020304" pitchFamily="18" charset="0"/>
                      </a:endParaRPr>
                    </a:p>
                  </a:txBody>
                  <a:tcPr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6000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sz="1300">
                          <a:latin typeface="Calibri" panose="020F0502020204030204"/>
                        </a:rPr>
                        <a:t>5.</a:t>
                      </a:r>
                      <a:endParaRPr lang="en-US" sz="1600">
                        <a:latin typeface="Times New Roman" panose="02020603050405020304" pitchFamily="18" charset="0"/>
                        <a:cs typeface="Times New Roman" panose="02020603050405020304" pitchFamily="18" charset="0"/>
                      </a:endParaRPr>
                    </a:p>
                  </a:txBody>
                  <a:tcPr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rtl="0" eaLnBrk="1" fontAlgn="auto" latinLnBrk="0" hangingPunct="1">
                        <a:lnSpc>
                          <a:spcPct val="100000"/>
                        </a:lnSpc>
                        <a:spcBef>
                          <a:spcPts val="0"/>
                        </a:spcBef>
                        <a:spcAft>
                          <a:spcPts val="0"/>
                        </a:spcAft>
                        <a:buClrTx/>
                        <a:buSzTx/>
                        <a:buFontTx/>
                        <a:buNone/>
                      </a:pPr>
                      <a:r>
                        <a:rPr sz="1300">
                          <a:latin typeface="Calibri" panose="020F0502020204030204"/>
                        </a:rPr>
                        <a:t>Parth Patil</a:t>
                      </a:r>
                      <a:endParaRPr lang="en-IN" sz="1800" kern="1200" dirty="0">
                        <a:solidFill>
                          <a:schemeClr val="dk1"/>
                        </a:solidFill>
                        <a:effectLst/>
                        <a:latin typeface="Times New Roman" panose="02020603050405020304"/>
                        <a:ea typeface="+mn-ea"/>
                        <a:cs typeface="Times New Roman" panose="02020603050405020304"/>
                      </a:endParaRPr>
                    </a:p>
                  </a:txBody>
                  <a:tcPr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sz="1300">
                          <a:latin typeface="Calibri" panose="020F0502020204030204"/>
                        </a:rPr>
                        <a:t>CO1637</a:t>
                      </a:r>
                      <a:endParaRPr lang="en-US" sz="1600" dirty="0">
                        <a:latin typeface="Times New Roman" panose="02020603050405020304" pitchFamily="18" charset="0"/>
                        <a:cs typeface="Times New Roman" panose="02020603050405020304" pitchFamily="18" charset="0"/>
                      </a:endParaRPr>
                    </a:p>
                  </a:txBody>
                  <a:tcPr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6000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sz="1300">
                          <a:latin typeface="Calibri" panose="020F0502020204030204"/>
                        </a:rPr>
                        <a:t>6.</a:t>
                      </a:r>
                      <a:endParaRPr lang="en-US" sz="1600">
                        <a:latin typeface="Times New Roman" panose="02020603050405020304" pitchFamily="18" charset="0"/>
                        <a:cs typeface="Times New Roman" panose="02020603050405020304" pitchFamily="18" charset="0"/>
                      </a:endParaRPr>
                    </a:p>
                  </a:txBody>
                  <a:tcPr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rtl="0" eaLnBrk="1" fontAlgn="auto" latinLnBrk="0" hangingPunct="1">
                        <a:lnSpc>
                          <a:spcPct val="100000"/>
                        </a:lnSpc>
                        <a:spcBef>
                          <a:spcPts val="0"/>
                        </a:spcBef>
                        <a:spcAft>
                          <a:spcPts val="0"/>
                        </a:spcAft>
                        <a:buClrTx/>
                        <a:buSzTx/>
                        <a:buFontTx/>
                        <a:buNone/>
                      </a:pPr>
                      <a:r>
                        <a:rPr sz="1300">
                          <a:latin typeface="Calibri" panose="020F0502020204030204"/>
                        </a:rPr>
                        <a:t>Shital Shelke</a:t>
                      </a:r>
                      <a:endParaRPr lang="en-IN" sz="1800" kern="1200" dirty="0">
                        <a:solidFill>
                          <a:schemeClr val="dk1"/>
                        </a:solidFill>
                        <a:effectLst/>
                        <a:latin typeface="Times New Roman" panose="02020603050405020304"/>
                        <a:ea typeface="+mn-ea"/>
                        <a:cs typeface="Times New Roman" panose="02020603050405020304"/>
                      </a:endParaRPr>
                    </a:p>
                  </a:txBody>
                  <a:tcPr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sz="1300">
                          <a:latin typeface="Calibri" panose="020F0502020204030204"/>
                        </a:rPr>
                        <a:t>CO1648</a:t>
                      </a:r>
                      <a:endParaRPr lang="en-US" sz="1600" dirty="0">
                        <a:latin typeface="Times New Roman" panose="02020603050405020304" pitchFamily="18" charset="0"/>
                        <a:cs typeface="Times New Roman" panose="02020603050405020304" pitchFamily="18" charset="0"/>
                      </a:endParaRPr>
                    </a:p>
                  </a:txBody>
                  <a:tcPr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3" name="Slide Number Placeholder 2"/>
          <p:cNvSpPr>
            <a:spLocks noGrp="1"/>
          </p:cNvSpPr>
          <p:nvPr>
            <p:ph type="sldNum" sz="quarter" idx="12"/>
          </p:nvPr>
        </p:nvSpPr>
        <p:spPr/>
        <p:txBody>
          <a:bodyPr/>
          <a:lstStyle/>
          <a:p>
            <a:fld id="{56E39993-3455-456D-B76B-54420194FCFA}" type="slidenum">
              <a:rPr lang="en-IN" smtClean="0"/>
              <a:t>1</a:t>
            </a:fld>
            <a:endParaRPr lang="en-IN"/>
          </a:p>
        </p:txBody>
      </p:sp>
      <p:sp>
        <p:nvSpPr>
          <p:cNvPr id="5" name="Footer Placeholder 4"/>
          <p:cNvSpPr>
            <a:spLocks noGrp="1"/>
          </p:cNvSpPr>
          <p:nvPr>
            <p:ph type="ftr" sz="quarter" idx="11"/>
          </p:nvPr>
        </p:nvSpPr>
        <p:spPr/>
        <p:txBody>
          <a:bodyPr/>
          <a:lstStyle/>
          <a:p>
            <a:r>
              <a:rPr lang="en-IN" dirty="0"/>
              <a:t>Department of Computer Engineering</a:t>
            </a:r>
          </a:p>
        </p:txBody>
      </p:sp>
      <p:sp>
        <p:nvSpPr>
          <p:cNvPr id="32771" name="TextBox 32770"/>
          <p:cNvSpPr txBox="1"/>
          <p:nvPr/>
        </p:nvSpPr>
        <p:spPr>
          <a:xfrm>
            <a:off x="1485900" y="5550000"/>
            <a:ext cx="9153128" cy="620000"/>
          </a:xfrm>
          <a:prstGeom prst="rect">
            <a:avLst/>
          </a:prstGeom>
          <a:noFill/>
        </p:spPr>
        <p:txBody>
          <a:bodyPr wrap="square">
            <a:spAutoFit/>
          </a:bodyPr>
          <a:lstStyle/>
          <a:p>
            <a:pPr algn="ctr"/>
            <a:r>
              <a:rPr sz="1800" b="1">
                <a:solidFill>
                  <a:srgbClr val="0070C0"/>
                </a:solidFill>
                <a:latin typeface="Times New Roman" panose="02020603050405020304"/>
              </a:rPr>
              <a:t>Guided By:</a:t>
            </a:r>
          </a:p>
          <a:p>
            <a:pPr algn="ctr"/>
            <a:r>
              <a:rPr sz="1800" b="1">
                <a:solidFill>
                  <a:srgbClr val="0070C0"/>
                </a:solidFill>
                <a:latin typeface="Times New Roman" panose="02020603050405020304"/>
              </a:rPr>
              <a:t>Under the Guidance of</a:t>
            </a:r>
          </a:p>
          <a:p>
            <a:pPr algn="ctr"/>
            <a:r>
              <a:rPr sz="1800" b="1">
                <a:solidFill>
                  <a:srgbClr val="0070C0"/>
                </a:solidFill>
                <a:latin typeface="Times New Roman" panose="02020603050405020304"/>
              </a:rPr>
              <a:t>Prof. Arunadevi Khapla</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1" name="Content Placeholder 8"/>
          <p:cNvSpPr>
            <a:spLocks noGrp="1"/>
          </p:cNvSpPr>
          <p:nvPr>
            <p:ph idx="1"/>
          </p:nvPr>
        </p:nvSpPr>
        <p:spPr>
          <a:xfrm>
            <a:off x="1485900" y="1340768"/>
            <a:ext cx="6768751" cy="4608512"/>
          </a:xfrm>
        </p:spPr>
        <p:txBody>
          <a:bodyPr>
            <a:normAutofit fontScale="88333" lnSpcReduction="20000"/>
          </a:bodyPr>
          <a:lstStyle/>
          <a:p>
            <a:pPr marL="457200" indent="-457200">
              <a:buClr>
                <a:schemeClr val="accent2">
                  <a:lumMod val="75000"/>
                </a:schemeClr>
              </a:buClr>
              <a:buFont typeface="Wingdings" panose="05000000000000000000" pitchFamily="2" charset="2"/>
              <a:buChar char="Ø"/>
            </a:pPr>
            <a:r>
              <a:rPr lang="en-US" sz="2700" dirty="0">
                <a:solidFill>
                  <a:srgbClr val="002060"/>
                </a:solidFill>
                <a:latin typeface="Times New Roman" panose="02020603050405020304" pitchFamily="18" charset="0"/>
                <a:cs typeface="Times New Roman" panose="02020603050405020304" pitchFamily="18" charset="0"/>
              </a:rPr>
              <a:t>Introduction</a:t>
            </a:r>
          </a:p>
          <a:p>
            <a:pPr marL="457200" indent="-457200">
              <a:buClr>
                <a:schemeClr val="accent2">
                  <a:lumMod val="75000"/>
                </a:schemeClr>
              </a:buClr>
              <a:buFont typeface="Wingdings" panose="05000000000000000000" pitchFamily="2" charset="2"/>
              <a:buChar char="Ø"/>
            </a:pPr>
            <a:r>
              <a:rPr lang="en-US" sz="2700" dirty="0">
                <a:solidFill>
                  <a:srgbClr val="002060"/>
                </a:solidFill>
                <a:latin typeface="Times New Roman" panose="02020603050405020304" pitchFamily="18" charset="0"/>
                <a:cs typeface="Times New Roman" panose="02020603050405020304" pitchFamily="18" charset="0"/>
              </a:rPr>
              <a:t>Objective</a:t>
            </a:r>
          </a:p>
          <a:p>
            <a:pPr marL="457200" indent="-457200">
              <a:buClr>
                <a:schemeClr val="accent2">
                  <a:lumMod val="75000"/>
                </a:schemeClr>
              </a:buClr>
              <a:buFont typeface="Wingdings" panose="05000000000000000000" pitchFamily="2" charset="2"/>
              <a:buChar char="Ø"/>
            </a:pPr>
            <a:r>
              <a:rPr lang="en-IN" sz="2700" dirty="0">
                <a:solidFill>
                  <a:srgbClr val="002060"/>
                </a:solidFill>
                <a:latin typeface="Times New Roman" panose="02020603050405020304" pitchFamily="18" charset="0"/>
                <a:cs typeface="Times New Roman" panose="02020603050405020304" pitchFamily="18" charset="0"/>
              </a:rPr>
              <a:t>Problem Statement</a:t>
            </a:r>
          </a:p>
          <a:p>
            <a:pPr marL="457200" indent="-457200">
              <a:buClr>
                <a:schemeClr val="accent2">
                  <a:lumMod val="75000"/>
                </a:schemeClr>
              </a:buClr>
              <a:buFont typeface="Wingdings" panose="05000000000000000000" pitchFamily="2" charset="2"/>
              <a:buChar char="Ø"/>
            </a:pPr>
            <a:r>
              <a:rPr lang="en-US" sz="2700" dirty="0">
                <a:solidFill>
                  <a:srgbClr val="002060"/>
                </a:solidFill>
                <a:latin typeface="Times New Roman" panose="02020603050405020304" pitchFamily="18" charset="0"/>
                <a:cs typeface="Times New Roman" panose="02020603050405020304" pitchFamily="18" charset="0"/>
              </a:rPr>
              <a:t>Motivation</a:t>
            </a:r>
            <a:endParaRPr lang="en-IN" sz="2700" dirty="0">
              <a:solidFill>
                <a:srgbClr val="002060"/>
              </a:solidFill>
              <a:latin typeface="Times New Roman" panose="02020603050405020304" pitchFamily="18" charset="0"/>
              <a:cs typeface="Times New Roman" panose="02020603050405020304" pitchFamily="18" charset="0"/>
            </a:endParaRPr>
          </a:p>
          <a:p>
            <a:pPr marL="457200" indent="-457200">
              <a:buClr>
                <a:schemeClr val="accent2">
                  <a:lumMod val="75000"/>
                </a:schemeClr>
              </a:buClr>
              <a:buFont typeface="Wingdings" panose="05000000000000000000" pitchFamily="2" charset="2"/>
              <a:buChar char="Ø"/>
            </a:pPr>
            <a:r>
              <a:rPr lang="en-IN" sz="2700" dirty="0">
                <a:solidFill>
                  <a:srgbClr val="002060"/>
                </a:solidFill>
                <a:latin typeface="Times New Roman" panose="02020603050405020304" pitchFamily="18" charset="0"/>
                <a:cs typeface="Times New Roman" panose="02020603050405020304" pitchFamily="18" charset="0"/>
              </a:rPr>
              <a:t>System’s Architecture</a:t>
            </a:r>
          </a:p>
          <a:p>
            <a:pPr marL="457200" indent="-457200">
              <a:buClr>
                <a:schemeClr val="accent2">
                  <a:lumMod val="75000"/>
                </a:schemeClr>
              </a:buClr>
              <a:buFont typeface="Wingdings" panose="05000000000000000000" pitchFamily="2" charset="2"/>
              <a:buChar char="Ø"/>
            </a:pPr>
            <a:r>
              <a:rPr lang="en-IN" sz="2700" dirty="0">
                <a:solidFill>
                  <a:srgbClr val="002060"/>
                </a:solidFill>
                <a:latin typeface="Times New Roman" panose="02020603050405020304" pitchFamily="18" charset="0"/>
                <a:cs typeface="Times New Roman" panose="02020603050405020304" pitchFamily="18" charset="0"/>
              </a:rPr>
              <a:t>Algorithms/Methodology </a:t>
            </a:r>
          </a:p>
          <a:p>
            <a:pPr marL="457200" indent="-457200">
              <a:buClr>
                <a:schemeClr val="accent2">
                  <a:lumMod val="75000"/>
                </a:schemeClr>
              </a:buClr>
              <a:buFont typeface="Wingdings" panose="05000000000000000000" pitchFamily="2" charset="2"/>
              <a:buChar char="Ø"/>
            </a:pPr>
            <a:r>
              <a:rPr lang="en-IN" sz="2700" dirty="0">
                <a:solidFill>
                  <a:srgbClr val="002060"/>
                </a:solidFill>
                <a:latin typeface="Times New Roman" panose="02020603050405020304" pitchFamily="18" charset="0"/>
                <a:cs typeface="Times New Roman" panose="02020603050405020304" pitchFamily="18" charset="0"/>
              </a:rPr>
              <a:t>Hardware and Software Requirements</a:t>
            </a:r>
          </a:p>
          <a:p>
            <a:pPr marL="457200" indent="-457200">
              <a:buClr>
                <a:schemeClr val="accent2">
                  <a:lumMod val="75000"/>
                </a:schemeClr>
              </a:buClr>
              <a:buFont typeface="Wingdings" panose="05000000000000000000" pitchFamily="2" charset="2"/>
              <a:buChar char="Ø"/>
            </a:pPr>
            <a:r>
              <a:rPr lang="en-IN" sz="2700" dirty="0">
                <a:solidFill>
                  <a:srgbClr val="002060"/>
                </a:solidFill>
                <a:latin typeface="Times New Roman" panose="02020603050405020304" pitchFamily="18" charset="0"/>
                <a:cs typeface="Times New Roman" panose="02020603050405020304" pitchFamily="18" charset="0"/>
              </a:rPr>
              <a:t>Comparison With Existing Systems</a:t>
            </a:r>
          </a:p>
          <a:p>
            <a:pPr marL="457200" indent="-457200">
              <a:buClr>
                <a:schemeClr val="accent2">
                  <a:lumMod val="75000"/>
                </a:schemeClr>
              </a:buClr>
              <a:buFont typeface="Wingdings" panose="05000000000000000000" pitchFamily="2" charset="2"/>
              <a:buChar char="Ø"/>
            </a:pPr>
            <a:r>
              <a:rPr lang="en-IN" sz="2700" dirty="0">
                <a:solidFill>
                  <a:srgbClr val="002060"/>
                </a:solidFill>
                <a:latin typeface="Times New Roman" panose="02020603050405020304" pitchFamily="18" charset="0"/>
                <a:cs typeface="Times New Roman" panose="02020603050405020304" pitchFamily="18" charset="0"/>
              </a:rPr>
              <a:t>Outcome</a:t>
            </a:r>
          </a:p>
          <a:p>
            <a:pPr marL="457200" indent="-457200">
              <a:buClr>
                <a:schemeClr val="accent2">
                  <a:lumMod val="75000"/>
                </a:schemeClr>
              </a:buClr>
              <a:buFont typeface="Wingdings" panose="05000000000000000000" pitchFamily="2" charset="2"/>
              <a:buChar char="Ø"/>
            </a:pPr>
            <a:r>
              <a:rPr lang="en-IN" sz="2700" dirty="0">
                <a:solidFill>
                  <a:srgbClr val="002060"/>
                </a:solidFill>
                <a:latin typeface="Times New Roman" panose="02020603050405020304" pitchFamily="18" charset="0"/>
                <a:cs typeface="Times New Roman" panose="02020603050405020304" pitchFamily="18" charset="0"/>
              </a:rPr>
              <a:t>Applications</a:t>
            </a:r>
          </a:p>
          <a:p>
            <a:pPr marL="457200" indent="-457200">
              <a:buClr>
                <a:schemeClr val="accent2">
                  <a:lumMod val="75000"/>
                </a:schemeClr>
              </a:buClr>
              <a:buFont typeface="Wingdings" panose="05000000000000000000" pitchFamily="2" charset="2"/>
              <a:buChar char="Ø"/>
            </a:pPr>
            <a:r>
              <a:rPr lang="en-IN" sz="2700" dirty="0">
                <a:solidFill>
                  <a:srgbClr val="002060"/>
                </a:solidFill>
                <a:latin typeface="Times New Roman" panose="02020603050405020304" pitchFamily="18" charset="0"/>
                <a:cs typeface="Times New Roman" panose="02020603050405020304" pitchFamily="18" charset="0"/>
              </a:rPr>
              <a:t>Conclusion</a:t>
            </a:r>
            <a:endParaRPr lang="en-US" sz="2700" dirty="0">
              <a:solidFill>
                <a:srgbClr val="002060"/>
              </a:solidFill>
              <a:latin typeface="Times New Roman" panose="02020603050405020304" pitchFamily="18" charset="0"/>
              <a:cs typeface="Times New Roman" panose="02020603050405020304" pitchFamily="18" charset="0"/>
            </a:endParaRPr>
          </a:p>
          <a:p>
            <a:pPr marL="457200" indent="-457200">
              <a:buClr>
                <a:schemeClr val="accent2">
                  <a:lumMod val="75000"/>
                </a:schemeClr>
              </a:buClr>
              <a:buFont typeface="Wingdings" panose="05000000000000000000" pitchFamily="2" charset="2"/>
              <a:buChar char="Ø"/>
            </a:pPr>
            <a:r>
              <a:rPr lang="en-US" sz="2700" dirty="0">
                <a:solidFill>
                  <a:srgbClr val="002060"/>
                </a:solidFill>
                <a:latin typeface="Times New Roman" panose="02020603050405020304" pitchFamily="18" charset="0"/>
                <a:cs typeface="Times New Roman" panose="02020603050405020304" pitchFamily="18" charset="0"/>
              </a:rPr>
              <a:t>References</a:t>
            </a:r>
          </a:p>
          <a:p>
            <a:pPr marL="457200" indent="-457200">
              <a:buFont typeface="Wingdings" panose="05000000000000000000" pitchFamily="2" charset="2"/>
              <a:buChar char="Ø"/>
            </a:pPr>
            <a:endParaRPr lang="en-US" sz="2500" dirty="0">
              <a:solidFill>
                <a:srgbClr val="002060"/>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p:txBody>
      </p:sp>
      <p:sp>
        <p:nvSpPr>
          <p:cNvPr id="1048632" name="Title 1"/>
          <p:cNvSpPr txBox="1"/>
          <p:nvPr/>
        </p:nvSpPr>
        <p:spPr>
          <a:xfrm>
            <a:off x="1413892" y="274638"/>
            <a:ext cx="9759198" cy="706090"/>
          </a:xfrm>
          <a:prstGeom prst="rect">
            <a:avLst/>
          </a:prstGeom>
          <a:effectLst>
            <a:glow rad="228600">
              <a:schemeClr val="accent2">
                <a:satMod val="175000"/>
                <a:alpha val="40000"/>
              </a:schemeClr>
            </a:glow>
            <a:innerShdw blurRad="63500" dist="50800">
              <a:prstClr val="black">
                <a:alpha val="50000"/>
              </a:prstClr>
            </a:innerShdw>
          </a:effectLst>
        </p:spPr>
        <p:style>
          <a:lnRef idx="1">
            <a:schemeClr val="accent1"/>
          </a:lnRef>
          <a:fillRef idx="2">
            <a:schemeClr val="accent1"/>
          </a:fillRef>
          <a:effectRef idx="1">
            <a:schemeClr val="accent1"/>
          </a:effectRef>
          <a:fontRef idx="minor">
            <a:schemeClr val="dk1"/>
          </a:fontRef>
        </p:style>
        <p:txBody>
          <a:bodyPr anchor="ctr">
            <a:noAutofit/>
          </a:bodyPr>
          <a:lstStyle>
            <a:lvl1pPr algn="l" rtl="0" eaLnBrk="1" latinLnBrk="0" hangingPunct="1">
              <a:spcBef>
                <a:spcPct val="0"/>
              </a:spcBef>
              <a:buNone/>
              <a:defRPr kumimoji="0" sz="3000" b="0" kern="1200" cap="small"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IN" sz="6000" b="1">
                <a:solidFill>
                  <a:schemeClr val="bg2">
                    <a:lumMod val="10000"/>
                  </a:schemeClr>
                </a:solidFill>
                <a:latin typeface="Times New Roman" panose="02020603050405020304" pitchFamily="18" charset="0"/>
                <a:cs typeface="Times New Roman" panose="02020603050405020304" pitchFamily="18" charset="0"/>
              </a:rPr>
              <a:t>  </a:t>
            </a:r>
            <a:r>
              <a:rPr lang="en-IN" sz="4500" b="1">
                <a:solidFill>
                  <a:schemeClr val="bg2">
                    <a:lumMod val="10000"/>
                  </a:schemeClr>
                </a:solidFill>
                <a:latin typeface="Times New Roman" panose="02020603050405020304" pitchFamily="18" charset="0"/>
                <a:cs typeface="Times New Roman" panose="02020603050405020304" pitchFamily="18" charset="0"/>
              </a:rPr>
              <a:t>Index</a:t>
            </a:r>
          </a:p>
        </p:txBody>
      </p:sp>
      <p:sp>
        <p:nvSpPr>
          <p:cNvPr id="1048633" name="Rectangle 5"/>
          <p:cNvSpPr/>
          <p:nvPr/>
        </p:nvSpPr>
        <p:spPr>
          <a:xfrm>
            <a:off x="1389741" y="1196752"/>
            <a:ext cx="9745231" cy="4824536"/>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2"/>
          </p:nvPr>
        </p:nvSpPr>
        <p:spPr/>
        <p:txBody>
          <a:bodyPr/>
          <a:lstStyle/>
          <a:p>
            <a:fld id="{56E39993-3455-456D-B76B-54420194FCFA}" type="slidenum">
              <a:rPr lang="en-IN" smtClean="0"/>
              <a:t>2</a:t>
            </a:fld>
            <a:endParaRPr lang="en-IN"/>
          </a:p>
        </p:txBody>
      </p:sp>
      <p:sp>
        <p:nvSpPr>
          <p:cNvPr id="4" name="Footer Placeholder 3"/>
          <p:cNvSpPr>
            <a:spLocks noGrp="1"/>
          </p:cNvSpPr>
          <p:nvPr>
            <p:ph type="ftr" sz="quarter" idx="11"/>
          </p:nvPr>
        </p:nvSpPr>
        <p:spPr/>
        <p:txBody>
          <a:bodyPr/>
          <a:lstStyle/>
          <a:p>
            <a:r>
              <a:rPr lang="en-IN"/>
              <a:t>Department of Computer Engineering</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413892" y="260648"/>
            <a:ext cx="9759198" cy="706090"/>
          </a:xfrm>
          <a:prstGeom prst="rect">
            <a:avLst/>
          </a:prstGeom>
          <a:effectLst>
            <a:glow rad="228600">
              <a:schemeClr val="accent2">
                <a:satMod val="175000"/>
                <a:alpha val="40000"/>
              </a:schemeClr>
            </a:glow>
            <a:innerShdw blurRad="63500" dist="50800">
              <a:prstClr val="black">
                <a:alpha val="50000"/>
              </a:prstClr>
            </a:innerShdw>
          </a:effectLst>
        </p:spPr>
        <p:style>
          <a:lnRef idx="1">
            <a:schemeClr val="accent1"/>
          </a:lnRef>
          <a:fillRef idx="2">
            <a:schemeClr val="accent1"/>
          </a:fillRef>
          <a:effectRef idx="1">
            <a:schemeClr val="accent1"/>
          </a:effectRef>
          <a:fontRef idx="minor">
            <a:schemeClr val="dk1"/>
          </a:fontRef>
        </p:style>
        <p:txBody>
          <a:bodyPr anchor="ctr">
            <a:noAutofit/>
          </a:bodyPr>
          <a:lstStyle>
            <a:lvl1pPr algn="l" rtl="0" eaLnBrk="1" latinLnBrk="0" hangingPunct="1">
              <a:spcBef>
                <a:spcPct val="0"/>
              </a:spcBef>
              <a:buNone/>
              <a:defRPr kumimoji="0" sz="3000" b="0" kern="1200" cap="small"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IN" sz="6000" b="1">
                <a:solidFill>
                  <a:schemeClr val="bg2">
                    <a:lumMod val="10000"/>
                  </a:schemeClr>
                </a:solidFill>
                <a:latin typeface="Times New Roman" panose="02020603050405020304" pitchFamily="18" charset="0"/>
                <a:cs typeface="Times New Roman" panose="02020603050405020304" pitchFamily="18" charset="0"/>
              </a:rPr>
              <a:t>  </a:t>
            </a:r>
            <a:r>
              <a:rPr lang="en-US" sz="4500" b="1">
                <a:solidFill>
                  <a:schemeClr val="tx1"/>
                </a:solidFill>
                <a:latin typeface="Times New Roman" panose="02020603050405020304" pitchFamily="18" charset="0"/>
                <a:cs typeface="Times New Roman" panose="02020603050405020304" pitchFamily="18" charset="0"/>
              </a:rPr>
              <a:t>INTRODUCTION</a:t>
            </a:r>
            <a:endParaRPr lang="en-IN" sz="4500" b="1">
              <a:solidFill>
                <a:schemeClr val="tx1"/>
              </a:solidFill>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56E39993-3455-456D-B76B-54420194FCFA}" type="slidenum">
              <a:rPr lang="en-IN" smtClean="0"/>
              <a:t>3</a:t>
            </a:fld>
            <a:endParaRPr lang="en-IN"/>
          </a:p>
        </p:txBody>
      </p:sp>
      <p:sp>
        <p:nvSpPr>
          <p:cNvPr id="4" name="Footer Placeholder 3"/>
          <p:cNvSpPr>
            <a:spLocks noGrp="1"/>
          </p:cNvSpPr>
          <p:nvPr>
            <p:ph type="ftr" sz="quarter" idx="11"/>
          </p:nvPr>
        </p:nvSpPr>
        <p:spPr/>
        <p:txBody>
          <a:bodyPr/>
          <a:lstStyle/>
          <a:p>
            <a:r>
              <a:rPr lang="en-IN"/>
              <a:t>Department of Computer Engineering</a:t>
            </a:r>
          </a:p>
        </p:txBody>
      </p:sp>
      <p:sp>
        <p:nvSpPr>
          <p:cNvPr id="7" name="TextBox 6"/>
          <p:cNvSpPr txBox="1"/>
          <p:nvPr/>
        </p:nvSpPr>
        <p:spPr>
          <a:xfrm>
            <a:off x="1563623" y="1303020"/>
            <a:ext cx="962863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endParaRPr lang="en-US" dirty="0">
              <a:latin typeface="Gill Sans MT" panose="020B0502020104020203"/>
              <a:cs typeface="Times New Roman" panose="02020603050405020304"/>
            </a:endParaRPr>
          </a:p>
        </p:txBody>
      </p:sp>
      <p:sp>
        <p:nvSpPr>
          <p:cNvPr id="8" name="TextBox 7"/>
          <p:cNvSpPr txBox="1"/>
          <p:nvPr/>
        </p:nvSpPr>
        <p:spPr>
          <a:xfrm>
            <a:off x="1563623" y="1650000"/>
            <a:ext cx="9628631" cy="4450000"/>
          </a:xfrm>
          <a:prstGeom prst="rect">
            <a:avLst/>
          </a:prstGeom>
          <a:noFill/>
        </p:spPr>
        <p:txBody>
          <a:bodyPr wrap="square">
            <a:spAutoFit/>
          </a:bodyPr>
          <a:lstStyle/>
          <a:p>
            <a:pPr marL="285750" indent="-285750" algn="l">
              <a:lnSpc>
                <a:spcPct val="110000"/>
              </a:lnSpc>
              <a:spcAft>
                <a:spcPts val="1600"/>
              </a:spcAft>
              <a:buFont typeface="Arial" panose="020B0604020202020204" pitchFamily="34" charset="0"/>
              <a:buChar char="•"/>
            </a:pPr>
            <a:r>
              <a:rPr sz="1900">
                <a:solidFill>
                  <a:srgbClr val="262626"/>
                </a:solidFill>
                <a:latin typeface="Calibri" panose="020F0502020204030204"/>
              </a:rPr>
              <a:t>VaultKeep is a web-based digital vault that centralises warranty cards, purchase invoices and service/repair records for every electronic product a household or business owns.</a:t>
            </a:r>
          </a:p>
          <a:p>
            <a:pPr marL="285750" indent="-285750" algn="l">
              <a:lnSpc>
                <a:spcPct val="110000"/>
              </a:lnSpc>
              <a:spcAft>
                <a:spcPts val="1600"/>
              </a:spcAft>
              <a:buFont typeface="Arial" panose="020B0604020202020204" pitchFamily="34" charset="0"/>
              <a:buChar char="•"/>
            </a:pPr>
            <a:r>
              <a:rPr sz="1900">
                <a:solidFill>
                  <a:srgbClr val="262626"/>
                </a:solidFill>
                <a:latin typeface="Calibri" panose="020F0502020204030204"/>
              </a:rPr>
              <a:t>It replaces fragile paper receipts and scattered photos/PDFs with one searchable, secure dashboard, built as per the project's Software Requirements Specification (SRS v1.0).</a:t>
            </a:r>
          </a:p>
          <a:p>
            <a:pPr marL="285750" indent="-285750" algn="l">
              <a:lnSpc>
                <a:spcPct val="110000"/>
              </a:lnSpc>
              <a:spcAft>
                <a:spcPts val="1600"/>
              </a:spcAft>
              <a:buFont typeface="Arial" panose="020B0604020202020204" pitchFamily="34" charset="0"/>
              <a:buChar char="•"/>
            </a:pPr>
            <a:r>
              <a:rPr sz="1900">
                <a:solidFill>
                  <a:srgbClr val="262626"/>
                </a:solidFill>
                <a:latin typeface="Calibri" panose="020F0502020204030204"/>
              </a:rPr>
              <a:t>Every registered product gets a live SVG warranty ring — Green (Active), Yellow (Expiring within 30 days) or Red (Expired) — computed automatically from the purchase date.</a:t>
            </a:r>
          </a:p>
          <a:p>
            <a:pPr marL="285750" indent="-285750" algn="l">
              <a:lnSpc>
                <a:spcPct val="110000"/>
              </a:lnSpc>
              <a:spcAft>
                <a:spcPts val="1600"/>
              </a:spcAft>
              <a:buFont typeface="Arial" panose="020B0604020202020204" pitchFamily="34" charset="0"/>
              <a:buChar char="•"/>
            </a:pPr>
            <a:r>
              <a:rPr sz="1900">
                <a:solidFill>
                  <a:srgbClr val="262626"/>
                </a:solidFill>
                <a:latin typeface="Calibri" panose="020F0502020204030204"/>
              </a:rPr>
              <a:t>The system is split into a User Module (personal product vault, analytics, reminders, QR passport, PDF reports) and an Admin Module (accounts, categories, system-wide settings).</a:t>
            </a:r>
          </a:p>
          <a:p>
            <a:pPr marL="285750" indent="-285750" algn="l">
              <a:lnSpc>
                <a:spcPct val="110000"/>
              </a:lnSpc>
              <a:spcAft>
                <a:spcPts val="1600"/>
              </a:spcAft>
              <a:buFont typeface="Arial" panose="020B0604020202020204" pitchFamily="34" charset="0"/>
              <a:buChar char="•"/>
            </a:pPr>
            <a:r>
              <a:rPr sz="1900">
                <a:solidFill>
                  <a:srgbClr val="262626"/>
                </a:solidFill>
                <a:latin typeface="Calibri" panose="020F0502020204030204"/>
              </a:rPr>
              <a:t>Front end: HTML5, CSS3 and JavaScript (ES6+) with Chart.js, SweetAlert2, QRCode.js and jsPDF. Back end: PHP REST-style APIs with a MySQL/MariaDB database.</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itle 1"/>
          <p:cNvSpPr txBox="1"/>
          <p:nvPr/>
        </p:nvSpPr>
        <p:spPr>
          <a:xfrm>
            <a:off x="1485900" y="332656"/>
            <a:ext cx="9818687" cy="720080"/>
          </a:xfrm>
          <a:prstGeom prst="rect">
            <a:avLst/>
          </a:prstGeom>
          <a:effectLst>
            <a:glow rad="228600">
              <a:schemeClr val="accent2">
                <a:satMod val="175000"/>
                <a:alpha val="40000"/>
              </a:schemeClr>
            </a:glow>
            <a:innerShdw blurRad="63500" dist="50800">
              <a:prstClr val="black">
                <a:alpha val="50000"/>
              </a:prstClr>
            </a:innerShdw>
          </a:effectLst>
        </p:spPr>
        <p:style>
          <a:lnRef idx="1">
            <a:schemeClr val="accent1"/>
          </a:lnRef>
          <a:fillRef idx="2">
            <a:schemeClr val="accent1"/>
          </a:fillRef>
          <a:effectRef idx="1">
            <a:schemeClr val="accent1"/>
          </a:effectRef>
          <a:fontRef idx="minor">
            <a:schemeClr val="dk1"/>
          </a:fontRef>
        </p:style>
        <p:txBody>
          <a:bodyPr anchor="ctr">
            <a:noAutofit/>
          </a:bodyPr>
          <a:lstStyle>
            <a:lvl1pPr marL="365760" indent="-283210" algn="l" rtl="0" eaLnBrk="1" latinLnBrk="0" hangingPunct="1">
              <a:lnSpc>
                <a:spcPct val="100000"/>
              </a:lnSpc>
              <a:spcBef>
                <a:spcPct val="0"/>
              </a:spcBef>
              <a:buClr>
                <a:schemeClr val="accent1"/>
              </a:buClr>
              <a:buSzPct val="80000"/>
              <a:buFont typeface="Wingdings 2" panose="05020102010507070707"/>
              <a:buNone/>
              <a:defRPr kumimoji="0" sz="3000" b="0" kern="1200" cap="small" baseline="0">
                <a:solidFill>
                  <a:schemeClr val="lt1"/>
                </a:solidFill>
                <a:latin typeface="+mn-lt"/>
                <a:ea typeface="+mn-ea"/>
                <a:cs typeface="+mn-cs"/>
              </a:defRPr>
            </a:lvl1pPr>
            <a:lvl2pPr marL="640080" indent="-237490" algn="l" rtl="0" eaLnBrk="1" latinLnBrk="0" hangingPunct="1">
              <a:lnSpc>
                <a:spcPct val="100000"/>
              </a:lnSpc>
              <a:spcBef>
                <a:spcPts val="550"/>
              </a:spcBef>
              <a:buClr>
                <a:schemeClr val="accent1"/>
              </a:buClr>
              <a:buFont typeface="Verdana" panose="020B0604030504040204"/>
              <a:buChar char="◦"/>
              <a:defRPr kumimoji="0" sz="2800" kern="1200">
                <a:solidFill>
                  <a:schemeClr val="lt1"/>
                </a:solidFill>
                <a:latin typeface="+mn-lt"/>
                <a:ea typeface="+mn-ea"/>
                <a:cs typeface="+mn-cs"/>
              </a:defRPr>
            </a:lvl2pPr>
            <a:lvl3pPr marL="887095" indent="-228600" algn="l" rtl="0" eaLnBrk="1" latinLnBrk="0" hangingPunct="1">
              <a:lnSpc>
                <a:spcPct val="100000"/>
              </a:lnSpc>
              <a:spcBef>
                <a:spcPct val="20000"/>
              </a:spcBef>
              <a:buClr>
                <a:schemeClr val="accent2"/>
              </a:buClr>
              <a:buFont typeface="Wingdings 2" panose="05020102010507070707"/>
              <a:buChar char=""/>
              <a:defRPr kumimoji="0" sz="2400" kern="1200">
                <a:solidFill>
                  <a:schemeClr val="lt1"/>
                </a:solidFill>
                <a:latin typeface="+mn-lt"/>
                <a:ea typeface="+mn-ea"/>
                <a:cs typeface="+mn-cs"/>
              </a:defRPr>
            </a:lvl3pPr>
            <a:lvl4pPr marL="1097280" indent="-173990" algn="l" rtl="0" eaLnBrk="1" latinLnBrk="0" hangingPunct="1">
              <a:lnSpc>
                <a:spcPct val="100000"/>
              </a:lnSpc>
              <a:spcBef>
                <a:spcPct val="20000"/>
              </a:spcBef>
              <a:buClr>
                <a:schemeClr val="accent3"/>
              </a:buClr>
              <a:buFont typeface="Wingdings 2" panose="05020102010507070707"/>
              <a:buChar char=""/>
              <a:defRPr kumimoji="0" sz="2000" kern="1200">
                <a:solidFill>
                  <a:schemeClr val="lt1"/>
                </a:solidFill>
                <a:latin typeface="+mn-lt"/>
                <a:ea typeface="+mn-ea"/>
                <a:cs typeface="+mn-cs"/>
              </a:defRPr>
            </a:lvl4pPr>
            <a:lvl5pPr marL="1298575" indent="-182880" algn="l" rtl="0" eaLnBrk="1" latinLnBrk="0" hangingPunct="1">
              <a:lnSpc>
                <a:spcPct val="100000"/>
              </a:lnSpc>
              <a:spcBef>
                <a:spcPct val="20000"/>
              </a:spcBef>
              <a:buClr>
                <a:schemeClr val="accent4"/>
              </a:buClr>
              <a:buFont typeface="Wingdings 2" panose="05020102010507070707"/>
              <a:buChar char=""/>
              <a:defRPr kumimoji="0" sz="2000" kern="1200">
                <a:solidFill>
                  <a:schemeClr val="lt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panose="05020102010507070707"/>
              <a:buChar char=""/>
              <a:defRPr kumimoji="0" sz="2000" kern="1200">
                <a:solidFill>
                  <a:schemeClr val="lt1"/>
                </a:solidFill>
                <a:latin typeface="+mn-lt"/>
                <a:ea typeface="+mn-ea"/>
                <a:cs typeface="+mn-cs"/>
              </a:defRPr>
            </a:lvl6pPr>
            <a:lvl7pPr marL="171894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lt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lt1"/>
                </a:solidFill>
                <a:latin typeface="+mn-lt"/>
                <a:ea typeface="+mn-ea"/>
                <a:cs typeface="+mn-cs"/>
              </a:defRPr>
            </a:lvl8pPr>
            <a:lvl9pPr marL="213042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lt1"/>
                </a:solidFill>
                <a:latin typeface="+mn-lt"/>
                <a:ea typeface="+mn-ea"/>
                <a:cs typeface="+mn-cs"/>
              </a:defRPr>
            </a:lvl9pPr>
          </a:lstStyle>
          <a:p>
            <a:r>
              <a:rPr lang="en-US" sz="4800" b="1">
                <a:solidFill>
                  <a:schemeClr val="bg2">
                    <a:lumMod val="10000"/>
                  </a:schemeClr>
                </a:solidFill>
                <a:latin typeface="Times New Roman" panose="02020603050405020304" pitchFamily="18" charset="0"/>
                <a:cs typeface="Times New Roman" panose="02020603050405020304" pitchFamily="18" charset="0"/>
              </a:rPr>
              <a:t>OBJECTIVE</a:t>
            </a:r>
            <a:endParaRPr lang="en-IN" sz="4500" b="1">
              <a:solidFill>
                <a:schemeClr val="tx1"/>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1485900" y="1250000"/>
            <a:ext cx="9818687" cy="4900000"/>
          </a:xfrm>
          <a:prstGeom prst="rect">
            <a:avLst/>
          </a:prstGeom>
          <a:noFill/>
        </p:spPr>
        <p:txBody>
          <a:bodyPr wrap="square">
            <a:spAutoFit/>
          </a:bodyPr>
          <a:lstStyle/>
          <a:p>
            <a:pPr marL="285750" indent="-285750" algn="l">
              <a:lnSpc>
                <a:spcPct val="110000"/>
              </a:lnSpc>
              <a:spcAft>
                <a:spcPts val="1400"/>
              </a:spcAft>
              <a:buFont typeface="Arial" panose="020B0604020202020204" pitchFamily="34" charset="0"/>
              <a:buChar char="•"/>
            </a:pPr>
            <a:r>
              <a:rPr sz="1900">
                <a:solidFill>
                  <a:srgbClr val="262626"/>
                </a:solidFill>
                <a:latin typeface="Calibri" panose="020F0502020204030204"/>
              </a:rPr>
              <a:t>Design a centralised digital platform to store product warranty cards, invoices and service history.</a:t>
            </a:r>
          </a:p>
          <a:p>
            <a:pPr marL="285750" indent="-285750" algn="l">
              <a:lnSpc>
                <a:spcPct val="110000"/>
              </a:lnSpc>
              <a:spcAft>
                <a:spcPts val="1400"/>
              </a:spcAft>
              <a:buFont typeface="Arial" panose="020B0604020202020204" pitchFamily="34" charset="0"/>
              <a:buChar char="•"/>
            </a:pPr>
            <a:r>
              <a:rPr sz="1900">
                <a:solidFill>
                  <a:srgbClr val="262626"/>
                </a:solidFill>
                <a:latin typeface="Calibri" panose="020F0502020204030204"/>
              </a:rPr>
              <a:t>Automatically compute and visually display warranty status (Active / Expiring / Expired) for every product.</a:t>
            </a:r>
          </a:p>
          <a:p>
            <a:pPr marL="285750" indent="-285750" algn="l">
              <a:lnSpc>
                <a:spcPct val="110000"/>
              </a:lnSpc>
              <a:spcAft>
                <a:spcPts val="1400"/>
              </a:spcAft>
              <a:buFont typeface="Arial" panose="020B0604020202020204" pitchFamily="34" charset="0"/>
              <a:buChar char="•"/>
            </a:pPr>
            <a:r>
              <a:rPr sz="1900">
                <a:solidFill>
                  <a:srgbClr val="262626"/>
                </a:solidFill>
                <a:latin typeface="Calibri" panose="020F0502020204030204"/>
              </a:rPr>
              <a:t>Send timely expiry reminders at 30-day, 15-day and 3-day thresholds so no claim window is missed.</a:t>
            </a:r>
          </a:p>
          <a:p>
            <a:pPr marL="285750" indent="-285750" algn="l">
              <a:lnSpc>
                <a:spcPct val="110000"/>
              </a:lnSpc>
              <a:spcAft>
                <a:spcPts val="1400"/>
              </a:spcAft>
              <a:buFont typeface="Arial" panose="020B0604020202020204" pitchFamily="34" charset="0"/>
              <a:buChar char="•"/>
            </a:pPr>
            <a:r>
              <a:rPr sz="1900">
                <a:solidFill>
                  <a:srgbClr val="262626"/>
                </a:solidFill>
                <a:latin typeface="Calibri" panose="020F0502020204030204"/>
              </a:rPr>
              <a:t>Provide analytics — category-wise asset breakdown and warranty-health charts — for quick decisions.</a:t>
            </a:r>
          </a:p>
          <a:p>
            <a:pPr marL="285750" indent="-285750" algn="l">
              <a:lnSpc>
                <a:spcPct val="110000"/>
              </a:lnSpc>
              <a:spcAft>
                <a:spcPts val="1400"/>
              </a:spcAft>
              <a:buFont typeface="Arial" panose="020B0604020202020204" pitchFamily="34" charset="0"/>
              <a:buChar char="•"/>
            </a:pPr>
            <a:r>
              <a:rPr sz="1900">
                <a:solidFill>
                  <a:srgbClr val="262626"/>
                </a:solidFill>
                <a:latin typeface="Calibri" panose="020F0502020204030204"/>
              </a:rPr>
              <a:t>Enable a Digital QR Passport for instant lookup of a product's ownership and warranty details.</a:t>
            </a:r>
          </a:p>
          <a:p>
            <a:pPr marL="285750" indent="-285750" algn="l">
              <a:lnSpc>
                <a:spcPct val="110000"/>
              </a:lnSpc>
              <a:spcAft>
                <a:spcPts val="1400"/>
              </a:spcAft>
              <a:buFont typeface="Arial" panose="020B0604020202020204" pitchFamily="34" charset="0"/>
              <a:buChar char="•"/>
            </a:pPr>
            <a:r>
              <a:rPr sz="1900">
                <a:solidFill>
                  <a:srgbClr val="262626"/>
                </a:solidFill>
                <a:latin typeface="Calibri" panose="020F0502020204030204"/>
              </a:rPr>
              <a:t>Build an Admin Module for managing user accounts, category taxonomy and notification thresholds.</a:t>
            </a:r>
          </a:p>
          <a:p>
            <a:pPr marL="285750" indent="-285750" algn="l">
              <a:lnSpc>
                <a:spcPct val="110000"/>
              </a:lnSpc>
              <a:spcAft>
                <a:spcPts val="1400"/>
              </a:spcAft>
              <a:buFont typeface="Arial" panose="020B0604020202020204" pitchFamily="34" charset="0"/>
              <a:buChar char="•"/>
            </a:pPr>
            <a:r>
              <a:rPr sz="1900">
                <a:solidFill>
                  <a:srgbClr val="262626"/>
                </a:solidFill>
                <a:latin typeface="Calibri" panose="020F0502020204030204"/>
              </a:rPr>
              <a:t>Ensure secure authentication (bcrypt password hashing) and injection-safe data access (prepared statements).</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0" y="260648"/>
            <a:ext cx="12188825" cy="1143000"/>
          </a:xfrm>
        </p:spPr>
        <p:txBody>
          <a:bodyPr/>
          <a:lstStyle/>
          <a:p>
            <a:pPr algn="just"/>
            <a:r>
              <a:rPr lang="en-US">
                <a:solidFill>
                  <a:schemeClr val="tx1"/>
                </a:solidFill>
                <a:latin typeface="Times New Roman" panose="02020603050405020304" pitchFamily="18" charset="0"/>
                <a:cs typeface="Times New Roman" panose="02020603050405020304" pitchFamily="18" charset="0"/>
              </a:rPr>
              <a:t>           </a:t>
            </a:r>
            <a:endParaRPr lang="en-IN" sz="4000">
              <a:solidFill>
                <a:srgbClr val="C00000"/>
              </a:solidFill>
              <a:latin typeface="Times New Roman" panose="02020603050405020304" pitchFamily="18" charset="0"/>
              <a:cs typeface="Times New Roman" panose="02020603050405020304" pitchFamily="18" charset="0"/>
            </a:endParaRPr>
          </a:p>
        </p:txBody>
      </p:sp>
      <p:sp>
        <p:nvSpPr>
          <p:cNvPr id="28675" name="Content Placeholder 2"/>
          <p:cNvSpPr>
            <a:spLocks noGrp="1"/>
          </p:cNvSpPr>
          <p:nvPr>
            <p:ph idx="1"/>
          </p:nvPr>
        </p:nvSpPr>
        <p:spPr>
          <a:xfrm>
            <a:off x="1251705" y="1292076"/>
            <a:ext cx="10110271" cy="4811572"/>
          </a:xfrm>
        </p:spPr>
        <p:txBody>
          <a:bodyPr wrap="square" lIns="91440" tIns="45720" rIns="91440" bIns="45720" anchor="t">
            <a:normAutofit/>
          </a:bodyPr>
          <a:lstStyle/>
          <a:p>
            <a:pPr marL="285750" indent="-285750" algn="just">
              <a:lnSpc>
                <a:spcPct val="125000"/>
              </a:lnSpc>
              <a:buFont typeface="Arial" panose="020B0604020202020204" pitchFamily="34" charset="0"/>
              <a:buChar char="•"/>
            </a:pPr>
            <a:r>
              <a:rPr sz="2200">
                <a:solidFill>
                  <a:srgbClr val="262626"/>
                </a:solidFill>
                <a:latin typeface="Calibri" panose="020F0502020204030204"/>
              </a:rPr>
              <a:t>Most consumers keep warranty cards, purchase invoices and repair receipts as loose paper slips or scattered photos and PDFs, with no reminder mechanism before a warranty lapses. This leads to lost paperwork, missed claim deadlines, and no easy way to track cumulative repair costs or service history over a product's lifetime. What is needed is a single, secure, searchable digital platform that stores this information, calculates warranty status in real time, and proactively reminds the owner before coverage expires.</a:t>
            </a:r>
            <a:endParaRPr lang="en-IN" sz="2200" dirty="0">
              <a:latin typeface="Times New Roman" panose="02020603050405020304" pitchFamily="18" charset="0"/>
              <a:cs typeface="Times New Roman" panose="02020603050405020304" pitchFamily="18" charset="0"/>
            </a:endParaRPr>
          </a:p>
        </p:txBody>
      </p:sp>
      <p:sp>
        <p:nvSpPr>
          <p:cNvPr id="6" name="Title 1"/>
          <p:cNvSpPr txBox="1"/>
          <p:nvPr/>
        </p:nvSpPr>
        <p:spPr>
          <a:xfrm>
            <a:off x="1559321" y="260648"/>
            <a:ext cx="9818687" cy="720080"/>
          </a:xfrm>
          <a:prstGeom prst="rect">
            <a:avLst/>
          </a:prstGeom>
          <a:effectLst>
            <a:glow rad="228600">
              <a:schemeClr val="accent2">
                <a:satMod val="175000"/>
                <a:alpha val="40000"/>
              </a:schemeClr>
            </a:glow>
            <a:innerShdw blurRad="63500" dist="50800">
              <a:prstClr val="black">
                <a:alpha val="50000"/>
              </a:prstClr>
            </a:innerShdw>
          </a:effectLst>
        </p:spPr>
        <p:style>
          <a:lnRef idx="1">
            <a:schemeClr val="accent1"/>
          </a:lnRef>
          <a:fillRef idx="2">
            <a:schemeClr val="accent1"/>
          </a:fillRef>
          <a:effectRef idx="1">
            <a:schemeClr val="accent1"/>
          </a:effectRef>
          <a:fontRef idx="minor">
            <a:schemeClr val="dk1"/>
          </a:fontRef>
        </p:style>
        <p:txBody>
          <a:bodyPr tIns="0" anchor="ctr">
            <a:noAutofit/>
          </a:bodyPr>
          <a:lstStyle>
            <a:lvl1pPr algn="l" rtl="0" eaLnBrk="1" latinLnBrk="0" hangingPunct="1">
              <a:spcBef>
                <a:spcPct val="0"/>
              </a:spcBef>
              <a:buNone/>
              <a:defRPr kumimoji="0" sz="3000" b="0" kern="1200" cap="small"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27305" lvl="0">
              <a:buClr>
                <a:schemeClr val="accent1"/>
              </a:buClr>
              <a:buSzPct val="80000"/>
            </a:pPr>
            <a:r>
              <a:rPr lang="en-US" sz="4500" b="1">
                <a:solidFill>
                  <a:schemeClr val="tx1"/>
                </a:solidFill>
                <a:latin typeface="Times New Roman" panose="02020603050405020304" pitchFamily="18" charset="0"/>
                <a:cs typeface="Times New Roman" panose="02020603050405020304" pitchFamily="18" charset="0"/>
              </a:rPr>
              <a:t>Problem Statement</a:t>
            </a:r>
            <a:endParaRPr kumimoji="0" lang="en-IN" sz="4500" b="1" i="0" u="none" strike="noStrike" kern="1200" cap="small" spc="0" normalizeH="0" baseline="0" noProof="0">
              <a:ln>
                <a:noFill/>
              </a:ln>
              <a:solidFill>
                <a:schemeClr val="tx1"/>
              </a:solidFill>
              <a:effectLst/>
              <a:uLnTx/>
              <a:uFillTx/>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56E39993-3455-456D-B76B-54420194FCFA}" type="slidenum">
              <a:rPr lang="en-IN" smtClean="0"/>
              <a:t>5</a:t>
            </a:fld>
            <a:endParaRPr lang="en-IN"/>
          </a:p>
        </p:txBody>
      </p:sp>
      <p:sp>
        <p:nvSpPr>
          <p:cNvPr id="4" name="Footer Placeholder 3"/>
          <p:cNvSpPr>
            <a:spLocks noGrp="1"/>
          </p:cNvSpPr>
          <p:nvPr>
            <p:ph type="ftr" sz="quarter" idx="11"/>
          </p:nvPr>
        </p:nvSpPr>
        <p:spPr/>
        <p:txBody>
          <a:bodyPr/>
          <a:lstStyle/>
          <a:p>
            <a:r>
              <a:rPr lang="en-IN"/>
              <a:t>Department of Computer Engineering</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9" name="Subtitle 2"/>
          <p:cNvSpPr>
            <a:spLocks noGrp="1"/>
          </p:cNvSpPr>
          <p:nvPr>
            <p:ph type="subTitle" idx="1"/>
          </p:nvPr>
        </p:nvSpPr>
        <p:spPr>
          <a:xfrm>
            <a:off x="1523603" y="1719682"/>
            <a:ext cx="9932245" cy="4415943"/>
          </a:xfrm>
        </p:spPr>
        <p:txBody>
          <a:bodyPr wrap="square">
            <a:normAutofit/>
          </a:bodyPr>
          <a:lstStyle/>
          <a:p>
            <a:pPr marL="285750" indent="-285750" algn="l">
              <a:lnSpc>
                <a:spcPct val="108000"/>
              </a:lnSpc>
              <a:spcAft>
                <a:spcPts val="1600"/>
              </a:spcAft>
              <a:buFont typeface="Arial" panose="020B0604020202020204" pitchFamily="34" charset="0"/>
              <a:buChar char="•"/>
            </a:pPr>
            <a:r>
              <a:rPr sz="2000">
                <a:solidFill>
                  <a:srgbClr val="262626"/>
                </a:solidFill>
                <a:latin typeface="Calibri" panose="020F0502020204030204"/>
              </a:rPr>
              <a:t>Warranty cards and bills are frequently misplaced, torn or faded, causing users to lose out on eligible free repairs or replacements.</a:t>
            </a:r>
          </a:p>
          <a:p>
            <a:pPr marL="285750" indent="-285750" algn="l">
              <a:lnSpc>
                <a:spcPct val="108000"/>
              </a:lnSpc>
              <a:spcAft>
                <a:spcPts val="1600"/>
              </a:spcAft>
              <a:buFont typeface="Arial" panose="020B0604020202020204" pitchFamily="34" charset="0"/>
              <a:buChar char="•"/>
            </a:pPr>
            <a:r>
              <a:rPr sz="2000">
                <a:solidFill>
                  <a:srgbClr val="262626"/>
                </a:solidFill>
                <a:latin typeface="Calibri" panose="020F0502020204030204"/>
              </a:rPr>
              <a:t>Manual tracking in notebooks or a phone gallery does not scale once a household owns 10–20+ electronic devices.</a:t>
            </a:r>
          </a:p>
          <a:p>
            <a:pPr marL="285750" indent="-285750" algn="l">
              <a:lnSpc>
                <a:spcPct val="108000"/>
              </a:lnSpc>
              <a:spcAft>
                <a:spcPts val="1600"/>
              </a:spcAft>
              <a:buFont typeface="Arial" panose="020B0604020202020204" pitchFamily="34" charset="0"/>
              <a:buChar char="•"/>
            </a:pPr>
            <a:r>
              <a:rPr sz="2000">
                <a:solidFill>
                  <a:srgbClr val="262626"/>
                </a:solidFill>
                <a:latin typeface="Calibri" panose="020F0502020204030204"/>
              </a:rPr>
              <a:t>General note-taking or cloud-storage apps store files but do not understand “warranty” as a concept — no expiry maths, no status view, no reminders.</a:t>
            </a:r>
          </a:p>
          <a:p>
            <a:pPr marL="285750" indent="-285750" algn="l">
              <a:lnSpc>
                <a:spcPct val="108000"/>
              </a:lnSpc>
              <a:spcAft>
                <a:spcPts val="1600"/>
              </a:spcAft>
              <a:buFont typeface="Arial" panose="020B0604020202020204" pitchFamily="34" charset="0"/>
              <a:buChar char="•"/>
            </a:pPr>
            <a:r>
              <a:rPr sz="2000">
                <a:solidFill>
                  <a:srgbClr val="262626"/>
                </a:solidFill>
                <a:latin typeface="Calibri" panose="020F0502020204030204"/>
              </a:rPr>
              <a:t>A centralised, automated tracker can genuinely save money by ensuring claims are filed before expiry, and gives peace of mind through one searchable vault.</a:t>
            </a:r>
          </a:p>
        </p:txBody>
      </p:sp>
      <p:sp>
        <p:nvSpPr>
          <p:cNvPr id="4" name="Title 1"/>
          <p:cNvSpPr txBox="1"/>
          <p:nvPr/>
        </p:nvSpPr>
        <p:spPr>
          <a:xfrm>
            <a:off x="1413892" y="260648"/>
            <a:ext cx="9818687" cy="720080"/>
          </a:xfrm>
          <a:prstGeom prst="rect">
            <a:avLst/>
          </a:prstGeom>
          <a:effectLst>
            <a:glow rad="228600">
              <a:schemeClr val="accent2">
                <a:satMod val="175000"/>
                <a:alpha val="40000"/>
              </a:schemeClr>
            </a:glow>
            <a:innerShdw blurRad="63500" dist="50800">
              <a:prstClr val="black">
                <a:alpha val="50000"/>
              </a:prstClr>
            </a:innerShdw>
          </a:effectLst>
        </p:spPr>
        <p:style>
          <a:lnRef idx="1">
            <a:schemeClr val="accent1"/>
          </a:lnRef>
          <a:fillRef idx="2">
            <a:schemeClr val="accent1"/>
          </a:fillRef>
          <a:effectRef idx="1">
            <a:schemeClr val="accent1"/>
          </a:effectRef>
          <a:fontRef idx="minor">
            <a:schemeClr val="dk1"/>
          </a:fontRef>
        </p:style>
        <p:txBody>
          <a:bodyPr tIns="0" anchor="ctr">
            <a:noAutofit/>
          </a:bodyPr>
          <a:lstStyle>
            <a:lvl1pPr algn="l" rtl="0" eaLnBrk="1" latinLnBrk="0" hangingPunct="1">
              <a:spcBef>
                <a:spcPct val="0"/>
              </a:spcBef>
              <a:buNone/>
              <a:defRPr kumimoji="0" sz="3000" b="0" kern="1200" cap="small"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27305" lvl="0">
              <a:buClr>
                <a:schemeClr val="accent1"/>
              </a:buClr>
              <a:buSzPct val="80000"/>
            </a:pPr>
            <a:r>
              <a:rPr lang="en-US" sz="4500" b="1">
                <a:solidFill>
                  <a:schemeClr val="bg2">
                    <a:lumMod val="10000"/>
                  </a:schemeClr>
                </a:solidFill>
                <a:latin typeface="Times New Roman" panose="02020603050405020304" pitchFamily="18" charset="0"/>
                <a:cs typeface="Times New Roman" panose="02020603050405020304" pitchFamily="18" charset="0"/>
              </a:rPr>
              <a:t>MOTIVATION</a:t>
            </a:r>
            <a:endParaRPr kumimoji="0" lang="en-IN" sz="4500" b="1" i="0" u="none" strike="noStrike" kern="1200" cap="small" spc="0" normalizeH="0" baseline="0" noProof="0">
              <a:ln>
                <a:noFill/>
              </a:ln>
              <a:solidFill>
                <a:schemeClr val="tx1"/>
              </a:solidFill>
              <a:effectLst/>
              <a:uLnTx/>
              <a:uFillTx/>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56E39993-3455-456D-B76B-54420194FCFA}" type="slidenum">
              <a:rPr lang="en-IN" smtClean="0"/>
              <a:t>6</a:t>
            </a:fld>
            <a:endParaRPr lang="en-IN"/>
          </a:p>
        </p:txBody>
      </p:sp>
      <p:sp>
        <p:nvSpPr>
          <p:cNvPr id="7" name="Footer Placeholder 6"/>
          <p:cNvSpPr>
            <a:spLocks noGrp="1"/>
          </p:cNvSpPr>
          <p:nvPr>
            <p:ph type="ftr" sz="quarter" idx="11"/>
          </p:nvPr>
        </p:nvSpPr>
        <p:spPr/>
        <p:txBody>
          <a:bodyPr/>
          <a:lstStyle/>
          <a:p>
            <a:r>
              <a:rPr lang="en-IN"/>
              <a:t>Department of Computer Engineering</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413892" y="119277"/>
            <a:ext cx="10063918" cy="720080"/>
          </a:xfrm>
          <a:prstGeom prst="rect">
            <a:avLst/>
          </a:prstGeom>
          <a:effectLst>
            <a:glow rad="228600">
              <a:schemeClr val="accent2">
                <a:satMod val="175000"/>
                <a:alpha val="40000"/>
              </a:schemeClr>
            </a:glow>
            <a:innerShdw blurRad="63500" dist="50800">
              <a:prstClr val="black">
                <a:alpha val="50000"/>
              </a:prstClr>
            </a:innerShdw>
          </a:effectLst>
        </p:spPr>
        <p:style>
          <a:lnRef idx="1">
            <a:schemeClr val="accent1"/>
          </a:lnRef>
          <a:fillRef idx="2">
            <a:schemeClr val="accent1"/>
          </a:fillRef>
          <a:effectRef idx="1">
            <a:schemeClr val="accent1"/>
          </a:effectRef>
          <a:fontRef idx="minor">
            <a:schemeClr val="dk1"/>
          </a:fontRef>
        </p:style>
        <p:txBody>
          <a:bodyPr tIns="0" anchor="ctr">
            <a:noAutofit/>
          </a:bodyPr>
          <a:lstStyle>
            <a:lvl1pPr algn="l" rtl="0" eaLnBrk="1" latinLnBrk="0" hangingPunct="1">
              <a:spcBef>
                <a:spcPct val="0"/>
              </a:spcBef>
              <a:buNone/>
              <a:defRPr kumimoji="0" sz="3000" b="0" kern="1200" cap="small"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IN" sz="4000" b="1" err="1">
                <a:solidFill>
                  <a:srgbClr val="002060"/>
                </a:solidFill>
                <a:latin typeface="Times New Roman" panose="02020603050405020304" pitchFamily="18" charset="0"/>
                <a:cs typeface="Times New Roman" panose="02020603050405020304" pitchFamily="18" charset="0"/>
              </a:rPr>
              <a:t>FlowChart</a:t>
            </a:r>
            <a:endParaRPr lang="en-US" sz="4000">
              <a:solidFill>
                <a:schemeClr val="accent3">
                  <a:lumMod val="75000"/>
                </a:schemeClr>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56E39993-3455-456D-B76B-54420194FCFA}" type="slidenum">
              <a:rPr lang="en-IN" smtClean="0"/>
              <a:t>7</a:t>
            </a:fld>
            <a:endParaRPr lang="en-IN"/>
          </a:p>
        </p:txBody>
      </p:sp>
      <p:sp>
        <p:nvSpPr>
          <p:cNvPr id="10" name="Footer Placeholder 9"/>
          <p:cNvSpPr>
            <a:spLocks noGrp="1"/>
          </p:cNvSpPr>
          <p:nvPr>
            <p:ph type="ftr" sz="quarter" idx="11"/>
          </p:nvPr>
        </p:nvSpPr>
        <p:spPr/>
        <p:txBody>
          <a:bodyPr/>
          <a:lstStyle/>
          <a:p>
            <a:r>
              <a:rPr lang="en-IN"/>
              <a:t>Department of Computer Engineering</a:t>
            </a:r>
          </a:p>
        </p:txBody>
      </p:sp>
      <p:sp>
        <p:nvSpPr>
          <p:cNvPr id="11" name="Rounded Rectangle 10"/>
          <p:cNvSpPr/>
          <p:nvPr/>
        </p:nvSpPr>
        <p:spPr>
          <a:xfrm>
            <a:off x="3294412" y="1500000"/>
            <a:ext cx="1780000" cy="950000"/>
          </a:xfrm>
          <a:prstGeom prst="round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2860" rIns="45720" bIns="22860" rtlCol="0" anchor="ctr"/>
          <a:lstStyle/>
          <a:p>
            <a:pPr algn="ctr"/>
            <a:r>
              <a:rPr sz="1300" b="1">
                <a:solidFill>
                  <a:srgbClr val="FFFFFF"/>
                </a:solidFill>
                <a:latin typeface="Calibri" panose="020F0502020204030204"/>
              </a:rPr>
              <a:t>User Registration / Login</a:t>
            </a:r>
          </a:p>
        </p:txBody>
      </p:sp>
      <p:sp>
        <p:nvSpPr>
          <p:cNvPr id="12" name="Rounded Rectangle 11"/>
          <p:cNvSpPr/>
          <p:nvPr/>
        </p:nvSpPr>
        <p:spPr>
          <a:xfrm>
            <a:off x="5204412" y="1500000"/>
            <a:ext cx="1780000" cy="950000"/>
          </a:xfrm>
          <a:prstGeom prst="round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2860" rIns="45720" bIns="22860" rtlCol="0" anchor="ctr"/>
          <a:lstStyle/>
          <a:p>
            <a:pPr algn="ctr"/>
            <a:r>
              <a:rPr sz="1300" b="1">
                <a:solidFill>
                  <a:srgbClr val="FFFFFF"/>
                </a:solidFill>
                <a:latin typeface="Calibri" panose="020F0502020204030204"/>
              </a:rPr>
              <a:t>Add Product
(name, brand, purchase date, invoice)</a:t>
            </a:r>
          </a:p>
        </p:txBody>
      </p:sp>
      <p:sp>
        <p:nvSpPr>
          <p:cNvPr id="13" name="Rounded Rectangle 12"/>
          <p:cNvSpPr/>
          <p:nvPr/>
        </p:nvSpPr>
        <p:spPr>
          <a:xfrm>
            <a:off x="7114412" y="1500000"/>
            <a:ext cx="1780000" cy="950000"/>
          </a:xfrm>
          <a:prstGeom prst="round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2860" rIns="45720" bIns="22860" rtlCol="0" anchor="ctr"/>
          <a:lstStyle/>
          <a:p>
            <a:pPr algn="ctr"/>
            <a:r>
              <a:rPr sz="1300" b="1">
                <a:solidFill>
                  <a:srgbClr val="FFFFFF"/>
                </a:solidFill>
                <a:latin typeface="Calibri" panose="020F0502020204030204"/>
              </a:rPr>
              <a:t>System Auto-Calculates
Expiry Date &amp; Warranty Status</a:t>
            </a:r>
          </a:p>
        </p:txBody>
      </p:sp>
      <p:sp>
        <p:nvSpPr>
          <p:cNvPr id="14" name="Rounded Rectangle 13"/>
          <p:cNvSpPr/>
          <p:nvPr/>
        </p:nvSpPr>
        <p:spPr>
          <a:xfrm>
            <a:off x="3294412" y="3400000"/>
            <a:ext cx="1780000" cy="950000"/>
          </a:xfrm>
          <a:prstGeom prst="round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2860" rIns="45720" bIns="22860" rtlCol="0" anchor="ctr"/>
          <a:lstStyle/>
          <a:p>
            <a:pPr algn="ctr"/>
            <a:r>
              <a:rPr sz="1300" b="1">
                <a:solidFill>
                  <a:srgbClr val="FFFFFF"/>
                </a:solidFill>
                <a:latin typeface="Calibri" panose="020F0502020204030204"/>
              </a:rPr>
              <a:t>Dashboard shows Status Rings,
Category &amp; Health Analytics</a:t>
            </a:r>
          </a:p>
        </p:txBody>
      </p:sp>
      <p:sp>
        <p:nvSpPr>
          <p:cNvPr id="15" name="Rounded Rectangle 14"/>
          <p:cNvSpPr/>
          <p:nvPr/>
        </p:nvSpPr>
        <p:spPr>
          <a:xfrm>
            <a:off x="5204412" y="3400000"/>
            <a:ext cx="1780000" cy="950000"/>
          </a:xfrm>
          <a:prstGeom prst="round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2860" rIns="45720" bIns="22860" rtlCol="0" anchor="ctr"/>
          <a:lstStyle/>
          <a:p>
            <a:pPr algn="ctr"/>
            <a:r>
              <a:rPr sz="1300" b="1">
                <a:solidFill>
                  <a:srgbClr val="FFFFFF"/>
                </a:solidFill>
                <a:latin typeface="Calibri" panose="020F0502020204030204"/>
              </a:rPr>
              <a:t>Automated Reminders
(30d / 15d / 3d before expiry)</a:t>
            </a:r>
          </a:p>
        </p:txBody>
      </p:sp>
      <p:sp>
        <p:nvSpPr>
          <p:cNvPr id="16" name="Rounded Rectangle 15"/>
          <p:cNvSpPr/>
          <p:nvPr/>
        </p:nvSpPr>
        <p:spPr>
          <a:xfrm>
            <a:off x="7114412" y="3400000"/>
            <a:ext cx="1780000" cy="950000"/>
          </a:xfrm>
          <a:prstGeom prst="round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2860" rIns="45720" bIns="22860" rtlCol="0" anchor="ctr"/>
          <a:lstStyle/>
          <a:p>
            <a:pPr algn="ctr"/>
            <a:r>
              <a:rPr sz="1300" b="1">
                <a:solidFill>
                  <a:srgbClr val="FFFFFF"/>
                </a:solidFill>
                <a:latin typeface="Calibri" panose="020F0502020204030204"/>
              </a:rPr>
              <a:t>Log Service / Repair History
+ Generate QR Passport / PDF Report</a:t>
            </a:r>
          </a:p>
        </p:txBody>
      </p:sp>
      <p:cxnSp>
        <p:nvCxnSpPr>
          <p:cNvPr id="17" name="Connector 16"/>
          <p:cNvCxnSpPr/>
          <p:nvPr/>
        </p:nvCxnSpPr>
        <p:spPr>
          <a:xfrm>
            <a:off x="5074412" y="1975000"/>
            <a:ext cx="130000" cy="0"/>
          </a:xfrm>
          <a:prstGeom prst="bentConnector3">
            <a:avLst/>
          </a:prstGeom>
          <a:ln w="22225">
            <a:solidFill>
              <a:srgbClr val="1F6FB2"/>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984412" y="1975000"/>
            <a:ext cx="130000" cy="0"/>
          </a:xfrm>
          <a:prstGeom prst="bentConnector3">
            <a:avLst/>
          </a:prstGeom>
          <a:ln w="22225">
            <a:solidFill>
              <a:srgbClr val="1F6FB2"/>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004412" y="2450000"/>
            <a:ext cx="0" cy="950000"/>
          </a:xfrm>
          <a:prstGeom prst="bentConnector3">
            <a:avLst/>
          </a:prstGeom>
          <a:ln w="22225">
            <a:solidFill>
              <a:srgbClr val="1F6FB2"/>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6984412" y="3875000"/>
            <a:ext cx="130000" cy="0"/>
          </a:xfrm>
          <a:prstGeom prst="bentConnector3">
            <a:avLst/>
          </a:prstGeom>
          <a:ln w="22225">
            <a:solidFill>
              <a:srgbClr val="1F6FB2"/>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5074412" y="3875000"/>
            <a:ext cx="130000" cy="0"/>
          </a:xfrm>
          <a:prstGeom prst="bentConnector3">
            <a:avLst/>
          </a:prstGeom>
          <a:ln w="22225">
            <a:solidFill>
              <a:srgbClr val="1F6FB2"/>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413892" y="4650000"/>
            <a:ext cx="9700000" cy="1000000"/>
          </a:xfrm>
          <a:prstGeom prst="rect">
            <a:avLst/>
          </a:prstGeom>
          <a:noFill/>
        </p:spPr>
        <p:txBody>
          <a:bodyPr wrap="square">
            <a:spAutoFit/>
          </a:bodyPr>
          <a:lstStyle/>
          <a:p>
            <a:pPr algn="ctr">
              <a:lnSpc>
                <a:spcPct val="125000"/>
              </a:lnSpc>
            </a:pPr>
            <a:r>
              <a:rPr sz="1600">
                <a:solidFill>
                  <a:srgbClr val="555555"/>
                </a:solidFill>
                <a:latin typeface="Calibri" panose="020F0502020204030204"/>
              </a:rPr>
              <a:t>The cycle repeats for every new product added, keeping the entire portfolio's warranty health continuously up to date.</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423724" y="119277"/>
            <a:ext cx="10063918" cy="720080"/>
          </a:xfrm>
          <a:prstGeom prst="rect">
            <a:avLst/>
          </a:prstGeom>
          <a:effectLst>
            <a:glow rad="228600">
              <a:schemeClr val="accent2">
                <a:satMod val="175000"/>
                <a:alpha val="40000"/>
              </a:schemeClr>
            </a:glow>
            <a:innerShdw blurRad="63500" dist="50800">
              <a:prstClr val="black">
                <a:alpha val="50000"/>
              </a:prstClr>
            </a:innerShdw>
          </a:effectLst>
        </p:spPr>
        <p:style>
          <a:lnRef idx="1">
            <a:schemeClr val="accent1"/>
          </a:lnRef>
          <a:fillRef idx="2">
            <a:schemeClr val="accent1"/>
          </a:fillRef>
          <a:effectRef idx="1">
            <a:schemeClr val="accent1"/>
          </a:effectRef>
          <a:fontRef idx="minor">
            <a:schemeClr val="dk1"/>
          </a:fontRef>
        </p:style>
        <p:txBody>
          <a:bodyPr tIns="0" anchor="ctr">
            <a:noAutofit/>
          </a:bodyPr>
          <a:lstStyle>
            <a:lvl1pPr algn="l" rtl="0" eaLnBrk="1" latinLnBrk="0" hangingPunct="1">
              <a:spcBef>
                <a:spcPct val="0"/>
              </a:spcBef>
              <a:buNone/>
              <a:defRPr kumimoji="0" sz="3000" b="0" kern="1200" cap="small"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IN" sz="4000" b="1" dirty="0">
                <a:solidFill>
                  <a:srgbClr val="002060"/>
                </a:solidFill>
                <a:latin typeface="Times New Roman" panose="02020603050405020304" pitchFamily="18" charset="0"/>
                <a:cs typeface="Times New Roman" panose="02020603050405020304" pitchFamily="18" charset="0"/>
              </a:rPr>
              <a:t>SYSTEM DESIGN</a:t>
            </a:r>
            <a:endParaRPr lang="en-US" sz="4000" dirty="0">
              <a:solidFill>
                <a:schemeClr val="accent3">
                  <a:lumMod val="75000"/>
                </a:schemeClr>
              </a:solidFill>
              <a:latin typeface="Times New Roman" panose="02020603050405020304" pitchFamily="18" charset="0"/>
              <a:cs typeface="Times New Roman" panose="02020603050405020304" pitchFamily="18" charset="0"/>
            </a:endParaRPr>
          </a:p>
        </p:txBody>
      </p:sp>
      <p:sp>
        <p:nvSpPr>
          <p:cNvPr id="7" name="Rounded Rectangle 6"/>
          <p:cNvSpPr/>
          <p:nvPr/>
        </p:nvSpPr>
        <p:spPr>
          <a:xfrm>
            <a:off x="4544412" y="1350000"/>
            <a:ext cx="3100000" cy="1350000"/>
          </a:xfrm>
          <a:prstGeom prst="round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wrap="square" tIns="50000" bIns="50000" rtlCol="0" anchor="ctr"/>
          <a:lstStyle/>
          <a:p>
            <a:pPr algn="ctr"/>
            <a:r>
              <a:rPr sz="1700" b="1">
                <a:solidFill>
                  <a:srgbClr val="FFFFFF"/>
                </a:solidFill>
                <a:latin typeface="Calibri" panose="020F0502020204030204"/>
              </a:rPr>
              <a:t>PRESENTATION LAYER</a:t>
            </a:r>
          </a:p>
          <a:p>
            <a:pPr algn="ctr">
              <a:spcBef>
                <a:spcPts val="600"/>
              </a:spcBef>
            </a:pPr>
            <a:r>
              <a:rPr sz="1200">
                <a:solidFill>
                  <a:srgbClr val="E8EEF5"/>
                </a:solidFill>
                <a:latin typeface="Calibri" panose="020F0502020204030204"/>
              </a:rPr>
              <a:t>HTML5 • CSS3 • JavaScript (ES6+)
Chart.js • SweetAlert2 • QRCode.js • jsPDF • FontAwesome 6</a:t>
            </a:r>
          </a:p>
        </p:txBody>
      </p:sp>
      <p:sp>
        <p:nvSpPr>
          <p:cNvPr id="8" name="Rounded Rectangle 7"/>
          <p:cNvSpPr/>
          <p:nvPr/>
        </p:nvSpPr>
        <p:spPr>
          <a:xfrm>
            <a:off x="4544412" y="2950000"/>
            <a:ext cx="3100000" cy="1350000"/>
          </a:xfrm>
          <a:prstGeom prst="round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tIns="50000" bIns="50000" rtlCol="0" anchor="ctr"/>
          <a:lstStyle/>
          <a:p>
            <a:pPr algn="ctr"/>
            <a:r>
              <a:rPr sz="1700" b="1">
                <a:solidFill>
                  <a:srgbClr val="FFFFFF"/>
                </a:solidFill>
                <a:latin typeface="Calibri" panose="020F0502020204030204"/>
              </a:rPr>
              <a:t>APPLICATION / API LAYER</a:t>
            </a:r>
          </a:p>
          <a:p>
            <a:pPr algn="ctr">
              <a:spcBef>
                <a:spcPts val="600"/>
              </a:spcBef>
            </a:pPr>
            <a:r>
              <a:rPr sz="1200">
                <a:solidFill>
                  <a:srgbClr val="E8EEF5"/>
                </a:solidFill>
                <a:latin typeface="Calibri" panose="020F0502020204030204"/>
              </a:rPr>
              <a:t>PHP REST-style Endpoints
auth.php • products.php • services.php • admin.php • cron_reminders.php (PHPMailer)</a:t>
            </a:r>
          </a:p>
        </p:txBody>
      </p:sp>
      <p:sp>
        <p:nvSpPr>
          <p:cNvPr id="9" name="Rounded Rectangle 8"/>
          <p:cNvSpPr/>
          <p:nvPr/>
        </p:nvSpPr>
        <p:spPr>
          <a:xfrm>
            <a:off x="4544412" y="4550000"/>
            <a:ext cx="3100000" cy="1350000"/>
          </a:xfrm>
          <a:prstGeom prst="roundRect">
            <a:avLst/>
          </a:prstGeom>
          <a:solidFill>
            <a:srgbClr val="2E4A2E"/>
          </a:solidFill>
          <a:ln>
            <a:noFill/>
          </a:ln>
          <a:effectLst/>
        </p:spPr>
        <p:style>
          <a:lnRef idx="1">
            <a:schemeClr val="accent1"/>
          </a:lnRef>
          <a:fillRef idx="3">
            <a:schemeClr val="accent1"/>
          </a:fillRef>
          <a:effectRef idx="2">
            <a:schemeClr val="accent1"/>
          </a:effectRef>
          <a:fontRef idx="minor">
            <a:schemeClr val="lt1"/>
          </a:fontRef>
        </p:style>
        <p:txBody>
          <a:bodyPr wrap="square" tIns="50000" bIns="50000" rtlCol="0" anchor="ctr"/>
          <a:lstStyle/>
          <a:p>
            <a:pPr algn="ctr"/>
            <a:r>
              <a:rPr sz="1700" b="1">
                <a:solidFill>
                  <a:srgbClr val="FFFFFF"/>
                </a:solidFill>
                <a:latin typeface="Calibri" panose="020F0502020204030204"/>
              </a:rPr>
              <a:t>DATA LAYER</a:t>
            </a:r>
          </a:p>
          <a:p>
            <a:pPr algn="ctr">
              <a:spcBef>
                <a:spcPts val="600"/>
              </a:spcBef>
            </a:pPr>
            <a:r>
              <a:rPr sz="1200">
                <a:solidFill>
                  <a:srgbClr val="E8EEF5"/>
                </a:solidFill>
                <a:latin typeface="Calibri" panose="020F0502020204030204"/>
              </a:rPr>
              <a:t>MySQL / MariaDB
users • categories • products • service_histories • system_settings</a:t>
            </a:r>
          </a:p>
        </p:txBody>
      </p:sp>
      <p:cxnSp>
        <p:nvCxnSpPr>
          <p:cNvPr id="10" name="Connector 9"/>
          <p:cNvCxnSpPr/>
          <p:nvPr/>
        </p:nvCxnSpPr>
        <p:spPr>
          <a:xfrm>
            <a:off x="6094412" y="2700000"/>
            <a:ext cx="0" cy="250000"/>
          </a:xfrm>
          <a:prstGeom prst="bentConnector3">
            <a:avLst/>
          </a:prstGeom>
          <a:ln w="28575">
            <a:solidFill>
              <a:srgbClr val="888888"/>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4412" y="4300000"/>
            <a:ext cx="0" cy="250000"/>
          </a:xfrm>
          <a:prstGeom prst="bentConnector3">
            <a:avLst/>
          </a:prstGeom>
          <a:ln w="28575">
            <a:solidFill>
              <a:srgbClr val="888888"/>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00000" y="6000000"/>
            <a:ext cx="10600000" cy="280000"/>
          </a:xfrm>
          <a:prstGeom prst="rect">
            <a:avLst/>
          </a:prstGeom>
          <a:noFill/>
        </p:spPr>
        <p:txBody>
          <a:bodyPr wrap="square">
            <a:spAutoFit/>
          </a:bodyPr>
          <a:lstStyle/>
          <a:p>
            <a:pPr algn="ctr">
              <a:lnSpc>
                <a:spcPct val="125000"/>
              </a:lnSpc>
            </a:pPr>
            <a:r>
              <a:rPr sz="1300">
                <a:solidFill>
                  <a:srgbClr val="555555"/>
                </a:solidFill>
                <a:latin typeface="Calibri" panose="020F0502020204030204"/>
              </a:rPr>
              <a:t>Client browser ↔ PHP API (JSON over HTTP) ↔ MySQL database — a clean 3-tier separation of concerns.</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0" y="260648"/>
            <a:ext cx="12188825" cy="1143000"/>
          </a:xfrm>
        </p:spPr>
        <p:txBody>
          <a:bodyPr/>
          <a:lstStyle/>
          <a:p>
            <a:pPr algn="just"/>
            <a:r>
              <a:rPr lang="en-US">
                <a:solidFill>
                  <a:schemeClr val="tx1"/>
                </a:solidFill>
                <a:latin typeface="Times New Roman" panose="02020603050405020304" pitchFamily="18" charset="0"/>
                <a:cs typeface="Times New Roman" panose="02020603050405020304" pitchFamily="18" charset="0"/>
              </a:rPr>
              <a:t>           </a:t>
            </a:r>
            <a:endParaRPr lang="en-IN" sz="4000">
              <a:solidFill>
                <a:srgbClr val="C00000"/>
              </a:solidFill>
              <a:latin typeface="Times New Roman" panose="02020603050405020304" pitchFamily="18" charset="0"/>
              <a:cs typeface="Times New Roman" panose="02020603050405020304" pitchFamily="18" charset="0"/>
            </a:endParaRPr>
          </a:p>
        </p:txBody>
      </p:sp>
      <p:sp>
        <p:nvSpPr>
          <p:cNvPr id="6" name="Title 1"/>
          <p:cNvSpPr txBox="1"/>
          <p:nvPr/>
        </p:nvSpPr>
        <p:spPr>
          <a:xfrm>
            <a:off x="1700530" y="260648"/>
            <a:ext cx="10153128" cy="720080"/>
          </a:xfrm>
          <a:prstGeom prst="rect">
            <a:avLst/>
          </a:prstGeom>
          <a:effectLst>
            <a:glow rad="228600">
              <a:schemeClr val="accent2">
                <a:satMod val="175000"/>
                <a:alpha val="40000"/>
              </a:schemeClr>
            </a:glow>
            <a:innerShdw blurRad="63500" dist="50800">
              <a:prstClr val="black">
                <a:alpha val="50000"/>
              </a:prstClr>
            </a:innerShdw>
          </a:effectLst>
        </p:spPr>
        <p:style>
          <a:lnRef idx="1">
            <a:schemeClr val="accent1"/>
          </a:lnRef>
          <a:fillRef idx="2">
            <a:schemeClr val="accent1"/>
          </a:fillRef>
          <a:effectRef idx="1">
            <a:schemeClr val="accent1"/>
          </a:effectRef>
          <a:fontRef idx="minor">
            <a:schemeClr val="dk1"/>
          </a:fontRef>
        </p:style>
        <p:txBody>
          <a:bodyPr tIns="0" anchor="ctr">
            <a:noAutofit/>
          </a:bodyPr>
          <a:lstStyle>
            <a:lvl1pPr algn="l" rtl="0" eaLnBrk="1" latinLnBrk="0" hangingPunct="1">
              <a:spcBef>
                <a:spcPct val="0"/>
              </a:spcBef>
              <a:buNone/>
              <a:defRPr kumimoji="0" sz="3000" b="0" kern="1200" cap="small"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457200" indent="-457200">
              <a:buClr>
                <a:schemeClr val="accent2">
                  <a:lumMod val="75000"/>
                </a:schemeClr>
              </a:buClr>
            </a:pPr>
            <a:r>
              <a:rPr lang="en-IN" sz="4000" b="1">
                <a:solidFill>
                  <a:srgbClr val="002060"/>
                </a:solidFill>
                <a:latin typeface="Times New Roman" panose="02020603050405020304" pitchFamily="18" charset="0"/>
                <a:cs typeface="Times New Roman" panose="02020603050405020304" pitchFamily="18" charset="0"/>
              </a:rPr>
              <a:t>Hardware and Software requirements</a:t>
            </a:r>
            <a:r>
              <a:rPr lang="en-IN" sz="4800" b="1">
                <a:solidFill>
                  <a:srgbClr val="002060"/>
                </a:solidFill>
                <a:latin typeface="Times New Roman" panose="02020603050405020304" pitchFamily="18" charset="0"/>
                <a:cs typeface="Times New Roman" panose="02020603050405020304" pitchFamily="18" charset="0"/>
              </a:rPr>
              <a:t>: </a:t>
            </a:r>
          </a:p>
        </p:txBody>
      </p:sp>
      <p:sp>
        <p:nvSpPr>
          <p:cNvPr id="4" name="Slide Number Placeholder 3"/>
          <p:cNvSpPr>
            <a:spLocks noGrp="1"/>
          </p:cNvSpPr>
          <p:nvPr>
            <p:ph type="sldNum" sz="quarter" idx="12"/>
          </p:nvPr>
        </p:nvSpPr>
        <p:spPr/>
        <p:txBody>
          <a:bodyPr/>
          <a:lstStyle/>
          <a:p>
            <a:fld id="{56E39993-3455-456D-B76B-54420194FCFA}" type="slidenum">
              <a:rPr lang="en-IN" smtClean="0"/>
              <a:t>9</a:t>
            </a:fld>
            <a:endParaRPr lang="en-IN"/>
          </a:p>
        </p:txBody>
      </p:sp>
      <p:sp>
        <p:nvSpPr>
          <p:cNvPr id="5" name="Footer Placeholder 4"/>
          <p:cNvSpPr>
            <a:spLocks noGrp="1"/>
          </p:cNvSpPr>
          <p:nvPr>
            <p:ph type="ftr" sz="quarter" idx="11"/>
          </p:nvPr>
        </p:nvSpPr>
        <p:spPr/>
        <p:txBody>
          <a:bodyPr/>
          <a:lstStyle/>
          <a:p>
            <a:r>
              <a:rPr lang="en-IN"/>
              <a:t>Department of Computer Engineering</a:t>
            </a:r>
          </a:p>
        </p:txBody>
      </p:sp>
      <p:graphicFrame>
        <p:nvGraphicFramePr>
          <p:cNvPr id="28675" name="Table 28674"/>
          <p:cNvGraphicFramePr>
            <a:graphicFrameLocks noGrp="1"/>
          </p:cNvGraphicFramePr>
          <p:nvPr>
            <p:extLst>
              <p:ext uri="{D42A27DB-BD31-4B8C-83A1-F6EECF244321}">
                <p14:modId xmlns:p14="http://schemas.microsoft.com/office/powerpoint/2010/main" val="3520224946"/>
              </p:ext>
            </p:extLst>
          </p:nvPr>
        </p:nvGraphicFramePr>
        <p:xfrm>
          <a:off x="1700532" y="1600000"/>
          <a:ext cx="10200000" cy="4300000"/>
        </p:xfrm>
        <a:graphic>
          <a:graphicData uri="http://schemas.openxmlformats.org/drawingml/2006/table">
            <a:tbl>
              <a:tblPr firstRow="1" bandRow="1">
                <a:tableStyleId>{5C22544A-7EE6-4342-B048-85BDC9FD1C3A}</a:tableStyleId>
              </a:tblPr>
              <a:tblGrid>
                <a:gridCol w="5100000">
                  <a:extLst>
                    <a:ext uri="{9D8B030D-6E8A-4147-A177-3AD203B41FA5}">
                      <a16:colId xmlns:a16="http://schemas.microsoft.com/office/drawing/2014/main" val="20000"/>
                    </a:ext>
                  </a:extLst>
                </a:gridCol>
                <a:gridCol w="5100000">
                  <a:extLst>
                    <a:ext uri="{9D8B030D-6E8A-4147-A177-3AD203B41FA5}">
                      <a16:colId xmlns:a16="http://schemas.microsoft.com/office/drawing/2014/main" val="20001"/>
                    </a:ext>
                  </a:extLst>
                </a:gridCol>
              </a:tblGrid>
              <a:tr h="500000">
                <a:tc>
                  <a:txBody>
                    <a:bodyPr/>
                    <a:lstStyle/>
                    <a:p>
                      <a:r>
                        <a:rPr sz="1700" b="1">
                          <a:solidFill>
                            <a:srgbClr val="FFFFFF"/>
                          </a:solidFill>
                          <a:latin typeface="Calibri" panose="020F0502020204030204"/>
                        </a:rPr>
                        <a:t>HARDWARE REQUIREMENTS</a:t>
                      </a:r>
                    </a:p>
                  </a:txBody>
                  <a:tcPr marL="120000" marR="120000" marT="60000" marB="60000" anchor="ctr">
                    <a:solidFill>
                      <a:srgbClr val="002060"/>
                    </a:solidFill>
                  </a:tcPr>
                </a:tc>
                <a:tc>
                  <a:txBody>
                    <a:bodyPr/>
                    <a:lstStyle/>
                    <a:p>
                      <a:r>
                        <a:rPr sz="1700" b="1">
                          <a:solidFill>
                            <a:srgbClr val="FFFFFF"/>
                          </a:solidFill>
                          <a:latin typeface="Calibri" panose="020F0502020204030204"/>
                        </a:rPr>
                        <a:t>SOFTWARE REQUIREMENTS</a:t>
                      </a:r>
                    </a:p>
                  </a:txBody>
                  <a:tcPr marL="120000" marR="120000" marT="60000" marB="60000" anchor="ctr">
                    <a:solidFill>
                      <a:srgbClr val="002060"/>
                    </a:solidFill>
                  </a:tcPr>
                </a:tc>
                <a:extLst>
                  <a:ext uri="{0D108BD9-81ED-4DB2-BD59-A6C34878D82A}">
                    <a16:rowId xmlns:a16="http://schemas.microsoft.com/office/drawing/2014/main" val="10000"/>
                  </a:ext>
                </a:extLst>
              </a:tr>
              <a:tr h="760000">
                <a:tc>
                  <a:txBody>
                    <a:bodyPr/>
                    <a:lstStyle/>
                    <a:p>
                      <a:pPr marL="285750" indent="-285750">
                        <a:buFont typeface="Arial" panose="020B0604020202020204" pitchFamily="34" charset="0"/>
                        <a:buChar char="•"/>
                      </a:pPr>
                      <a:r>
                        <a:rPr sz="1500" b="0">
                          <a:solidFill>
                            <a:srgbClr val="262626"/>
                          </a:solidFill>
                          <a:latin typeface="Calibri" panose="020F0502020204030204"/>
                        </a:rPr>
                        <a:t>Processor: Intel Core i3 (or equivalent) and above</a:t>
                      </a:r>
                    </a:p>
                  </a:txBody>
                  <a:tcPr marL="120000" marR="120000" marT="60000" marB="60000" anchor="ctr">
                    <a:solidFill>
                      <a:srgbClr val="FFFFFF"/>
                    </a:solidFill>
                  </a:tcPr>
                </a:tc>
                <a:tc>
                  <a:txBody>
                    <a:bodyPr/>
                    <a:lstStyle/>
                    <a:p>
                      <a:pPr marL="285750" indent="-285750">
                        <a:buFont typeface="Arial" panose="020B0604020202020204" pitchFamily="34" charset="0"/>
                        <a:buChar char="•"/>
                      </a:pPr>
                      <a:r>
                        <a:rPr sz="1500" b="0">
                          <a:solidFill>
                            <a:srgbClr val="262626"/>
                          </a:solidFill>
                          <a:latin typeface="Calibri" panose="020F0502020204030204"/>
                        </a:rPr>
                        <a:t>OS: Windows 10/11, Linux or macOS</a:t>
                      </a:r>
                    </a:p>
                  </a:txBody>
                  <a:tcPr marL="120000" marR="120000" marT="60000" marB="60000" anchor="ctr">
                    <a:solidFill>
                      <a:srgbClr val="FFFFFF"/>
                    </a:solidFill>
                  </a:tcPr>
                </a:tc>
                <a:extLst>
                  <a:ext uri="{0D108BD9-81ED-4DB2-BD59-A6C34878D82A}">
                    <a16:rowId xmlns:a16="http://schemas.microsoft.com/office/drawing/2014/main" val="10001"/>
                  </a:ext>
                </a:extLst>
              </a:tr>
              <a:tr h="760000">
                <a:tc>
                  <a:txBody>
                    <a:bodyPr/>
                    <a:lstStyle/>
                    <a:p>
                      <a:pPr marL="285750" indent="-285750">
                        <a:buFont typeface="Arial" panose="020B0604020202020204" pitchFamily="34" charset="0"/>
                        <a:buChar char="•"/>
                      </a:pPr>
                      <a:r>
                        <a:rPr sz="1500" b="0">
                          <a:solidFill>
                            <a:srgbClr val="262626"/>
                          </a:solidFill>
                          <a:latin typeface="Calibri" panose="020F0502020204030204"/>
                        </a:rPr>
                        <a:t>RAM: 4 GB minimum (8 GB recommended)</a:t>
                      </a:r>
                    </a:p>
                  </a:txBody>
                  <a:tcPr marL="120000" marR="120000" marT="60000" marB="60000" anchor="ctr">
                    <a:solidFill>
                      <a:srgbClr val="FFFFFF"/>
                    </a:solidFill>
                  </a:tcPr>
                </a:tc>
                <a:tc>
                  <a:txBody>
                    <a:bodyPr/>
                    <a:lstStyle/>
                    <a:p>
                      <a:pPr marL="285750" indent="-285750">
                        <a:buFont typeface="Arial" panose="020B0604020202020204" pitchFamily="34" charset="0"/>
                        <a:buChar char="•"/>
                      </a:pPr>
                      <a:r>
                        <a:rPr sz="1500" b="0" dirty="0">
                          <a:solidFill>
                            <a:srgbClr val="262626"/>
                          </a:solidFill>
                          <a:latin typeface="Calibri" panose="020F0502020204030204"/>
                        </a:rPr>
                        <a:t>Browser: Chrome, Edge</a:t>
                      </a:r>
                    </a:p>
                  </a:txBody>
                  <a:tcPr marL="120000" marR="120000" marT="60000" marB="60000" anchor="ctr">
                    <a:solidFill>
                      <a:srgbClr val="FFFFFF"/>
                    </a:solidFill>
                  </a:tcPr>
                </a:tc>
                <a:extLst>
                  <a:ext uri="{0D108BD9-81ED-4DB2-BD59-A6C34878D82A}">
                    <a16:rowId xmlns:a16="http://schemas.microsoft.com/office/drawing/2014/main" val="10002"/>
                  </a:ext>
                </a:extLst>
              </a:tr>
              <a:tr h="760000">
                <a:tc>
                  <a:txBody>
                    <a:bodyPr/>
                    <a:lstStyle/>
                    <a:p>
                      <a:pPr marL="285750" indent="-285750">
                        <a:buFont typeface="Arial" panose="020B0604020202020204" pitchFamily="34" charset="0"/>
                        <a:buChar char="•"/>
                      </a:pPr>
                      <a:r>
                        <a:rPr sz="1500" b="0">
                          <a:solidFill>
                            <a:srgbClr val="262626"/>
                          </a:solidFill>
                          <a:latin typeface="Calibri" panose="020F0502020204030204"/>
                        </a:rPr>
                        <a:t>Storage: 500 MB free disk space</a:t>
                      </a:r>
                    </a:p>
                  </a:txBody>
                  <a:tcPr marL="120000" marR="120000" marT="60000" marB="60000" anchor="ctr">
                    <a:solidFill>
                      <a:srgbClr val="FFFFFF"/>
                    </a:solidFill>
                  </a:tcPr>
                </a:tc>
                <a:tc>
                  <a:txBody>
                    <a:bodyPr/>
                    <a:lstStyle/>
                    <a:p>
                      <a:pPr marL="285750" indent="-285750">
                        <a:buFont typeface="Arial" panose="020B0604020202020204" pitchFamily="34" charset="0"/>
                        <a:buChar char="•"/>
                      </a:pPr>
                      <a:r>
                        <a:rPr sz="1500" b="0">
                          <a:solidFill>
                            <a:srgbClr val="262626"/>
                          </a:solidFill>
                          <a:latin typeface="Calibri" panose="020F0502020204030204"/>
                        </a:rPr>
                        <a:t>Server stack: XAMPP — Apache + PHP 7.4+ + MariaDB/MySQL</a:t>
                      </a:r>
                    </a:p>
                  </a:txBody>
                  <a:tcPr marL="120000" marR="120000" marT="60000" marB="60000" anchor="ctr">
                    <a:solidFill>
                      <a:srgbClr val="FFFFFF"/>
                    </a:solidFill>
                  </a:tcPr>
                </a:tc>
                <a:extLst>
                  <a:ext uri="{0D108BD9-81ED-4DB2-BD59-A6C34878D82A}">
                    <a16:rowId xmlns:a16="http://schemas.microsoft.com/office/drawing/2014/main" val="10003"/>
                  </a:ext>
                </a:extLst>
              </a:tr>
              <a:tr h="760000">
                <a:tc>
                  <a:txBody>
                    <a:bodyPr/>
                    <a:lstStyle/>
                    <a:p>
                      <a:pPr marL="285750" indent="-285750">
                        <a:buFont typeface="Arial" panose="020B0604020202020204" pitchFamily="34" charset="0"/>
                        <a:buChar char="•"/>
                      </a:pPr>
                      <a:r>
                        <a:rPr sz="1500" b="0">
                          <a:solidFill>
                            <a:srgbClr val="262626"/>
                          </a:solidFill>
                          <a:latin typeface="Calibri" panose="020F0502020204030204"/>
                        </a:rPr>
                        <a:t>Display: 1366×768 or higher resolution</a:t>
                      </a:r>
                    </a:p>
                  </a:txBody>
                  <a:tcPr marL="120000" marR="120000" marT="60000" marB="60000" anchor="ctr">
                    <a:solidFill>
                      <a:srgbClr val="FFFFFF"/>
                    </a:solidFill>
                  </a:tcPr>
                </a:tc>
                <a:tc>
                  <a:txBody>
                    <a:bodyPr/>
                    <a:lstStyle/>
                    <a:p>
                      <a:pPr marL="285750" indent="-285750">
                        <a:buFont typeface="Arial" panose="020B0604020202020204" pitchFamily="34" charset="0"/>
                        <a:buChar char="•"/>
                      </a:pPr>
                      <a:r>
                        <a:rPr sz="1500" b="0">
                          <a:solidFill>
                            <a:srgbClr val="262626"/>
                          </a:solidFill>
                          <a:latin typeface="Calibri" panose="020F0502020204030204"/>
                        </a:rPr>
                        <a:t>Code editor: VS Code (or equivalent)</a:t>
                      </a:r>
                    </a:p>
                  </a:txBody>
                  <a:tcPr marL="120000" marR="120000" marT="60000" marB="60000" anchor="ctr">
                    <a:solidFill>
                      <a:srgbClr val="FFFFFF"/>
                    </a:solidFill>
                  </a:tcPr>
                </a:tc>
                <a:extLst>
                  <a:ext uri="{0D108BD9-81ED-4DB2-BD59-A6C34878D82A}">
                    <a16:rowId xmlns:a16="http://schemas.microsoft.com/office/drawing/2014/main" val="10004"/>
                  </a:ext>
                </a:extLst>
              </a:tr>
              <a:tr h="760000">
                <a:tc>
                  <a:txBody>
                    <a:bodyPr/>
                    <a:lstStyle/>
                    <a:p>
                      <a:pPr marL="285750" indent="-285750">
                        <a:buFont typeface="Arial" panose="020B0604020202020204" pitchFamily="34" charset="0"/>
                        <a:buChar char="•"/>
                      </a:pPr>
                      <a:r>
                        <a:rPr sz="1500" b="0">
                          <a:solidFill>
                            <a:srgbClr val="262626"/>
                          </a:solidFill>
                          <a:latin typeface="Calibri" panose="020F0502020204030204"/>
                        </a:rPr>
                        <a:t>Stable Internet connection (for CDN libraries &amp; email alerts)</a:t>
                      </a:r>
                    </a:p>
                  </a:txBody>
                  <a:tcPr marL="120000" marR="120000" marT="60000" marB="60000" anchor="ctr">
                    <a:solidFill>
                      <a:srgbClr val="FFFFFF"/>
                    </a:solidFill>
                  </a:tcPr>
                </a:tc>
                <a:tc>
                  <a:txBody>
                    <a:bodyPr/>
                    <a:lstStyle/>
                    <a:p>
                      <a:pPr marL="285750" indent="-285750">
                        <a:buFont typeface="Arial" panose="020B0604020202020204" pitchFamily="34" charset="0"/>
                        <a:buChar char="•"/>
                      </a:pPr>
                      <a:r>
                        <a:rPr sz="1500" b="0" dirty="0">
                          <a:solidFill>
                            <a:srgbClr val="262626"/>
                          </a:solidFill>
                          <a:latin typeface="Calibri" panose="020F0502020204030204"/>
                        </a:rPr>
                        <a:t>Libraries: Chart.js, </a:t>
                      </a:r>
                      <a:r>
                        <a:rPr sz="1500" b="0" dirty="0" err="1">
                          <a:solidFill>
                            <a:srgbClr val="262626"/>
                          </a:solidFill>
                          <a:latin typeface="Calibri" panose="020F0502020204030204"/>
                        </a:rPr>
                        <a:t>jsPDF</a:t>
                      </a:r>
                      <a:r>
                        <a:rPr sz="1500" b="0" dirty="0">
                          <a:solidFill>
                            <a:srgbClr val="262626"/>
                          </a:solidFill>
                          <a:latin typeface="Calibri" panose="020F0502020204030204"/>
                        </a:rPr>
                        <a:t>, </a:t>
                      </a:r>
                      <a:r>
                        <a:rPr sz="1500" b="0" dirty="0" err="1">
                          <a:solidFill>
                            <a:srgbClr val="262626"/>
                          </a:solidFill>
                          <a:latin typeface="Calibri" panose="020F0502020204030204"/>
                        </a:rPr>
                        <a:t>FontAwesome</a:t>
                      </a:r>
                      <a:r>
                        <a:rPr sz="1500" b="0" dirty="0">
                          <a:solidFill>
                            <a:srgbClr val="262626"/>
                          </a:solidFill>
                          <a:latin typeface="Calibri" panose="020F0502020204030204"/>
                        </a:rPr>
                        <a:t> 6</a:t>
                      </a:r>
                    </a:p>
                  </a:txBody>
                  <a:tcPr marL="120000" marR="120000" marT="60000" marB="60000"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557908" y="260648"/>
            <a:ext cx="10081120" cy="720080"/>
          </a:xfrm>
          <a:prstGeom prst="rect">
            <a:avLst/>
          </a:prstGeom>
          <a:effectLst>
            <a:glow rad="228600">
              <a:schemeClr val="accent2">
                <a:satMod val="175000"/>
                <a:alpha val="40000"/>
              </a:schemeClr>
            </a:glow>
            <a:innerShdw blurRad="63500" dist="50800">
              <a:prstClr val="black">
                <a:alpha val="50000"/>
              </a:prstClr>
            </a:innerShdw>
          </a:effectLst>
        </p:spPr>
        <p:style>
          <a:lnRef idx="1">
            <a:schemeClr val="accent1"/>
          </a:lnRef>
          <a:fillRef idx="2">
            <a:schemeClr val="accent1"/>
          </a:fillRef>
          <a:effectRef idx="1">
            <a:schemeClr val="accent1"/>
          </a:effectRef>
          <a:fontRef idx="minor">
            <a:schemeClr val="dk1"/>
          </a:fontRef>
        </p:style>
        <p:txBody>
          <a:bodyPr tIns="0" anchor="ctr">
            <a:noAutofit/>
          </a:bodyPr>
          <a:lstStyle>
            <a:lvl1pPr algn="l" rtl="0" eaLnBrk="1" latinLnBrk="0" hangingPunct="1">
              <a:spcBef>
                <a:spcPct val="0"/>
              </a:spcBef>
              <a:buNone/>
              <a:defRPr kumimoji="0" sz="3000" b="0" kern="1200" cap="small"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457200" indent="-457200">
              <a:buClr>
                <a:schemeClr val="accent2">
                  <a:lumMod val="75000"/>
                </a:schemeClr>
              </a:buClr>
            </a:pPr>
            <a:r>
              <a:rPr lang="en-IN" sz="4000" b="1">
                <a:solidFill>
                  <a:srgbClr val="002060"/>
                </a:solidFill>
                <a:latin typeface="Times New Roman" panose="02020603050405020304" pitchFamily="18" charset="0"/>
                <a:cs typeface="Times New Roman" panose="02020603050405020304" pitchFamily="18" charset="0"/>
              </a:rPr>
              <a:t>Algorithms/Methodology: </a:t>
            </a:r>
          </a:p>
        </p:txBody>
      </p:sp>
      <p:sp>
        <p:nvSpPr>
          <p:cNvPr id="3" name="Slide Number Placeholder 2"/>
          <p:cNvSpPr>
            <a:spLocks noGrp="1"/>
          </p:cNvSpPr>
          <p:nvPr>
            <p:ph type="sldNum" sz="quarter" idx="12"/>
          </p:nvPr>
        </p:nvSpPr>
        <p:spPr/>
        <p:txBody>
          <a:bodyPr/>
          <a:lstStyle/>
          <a:p>
            <a:fld id="{56E39993-3455-456D-B76B-54420194FCFA}" type="slidenum">
              <a:rPr lang="en-IN" smtClean="0"/>
              <a:t>10</a:t>
            </a:fld>
            <a:endParaRPr lang="en-IN"/>
          </a:p>
        </p:txBody>
      </p:sp>
      <p:sp>
        <p:nvSpPr>
          <p:cNvPr id="8" name="Footer Placeholder 7"/>
          <p:cNvSpPr>
            <a:spLocks noGrp="1"/>
          </p:cNvSpPr>
          <p:nvPr>
            <p:ph type="ftr" sz="quarter" idx="11"/>
          </p:nvPr>
        </p:nvSpPr>
        <p:spPr/>
        <p:txBody>
          <a:bodyPr/>
          <a:lstStyle/>
          <a:p>
            <a:r>
              <a:rPr lang="en-IN"/>
              <a:t>Department of Computer Engineering</a:t>
            </a:r>
          </a:p>
        </p:txBody>
      </p:sp>
      <p:sp>
        <p:nvSpPr>
          <p:cNvPr id="13" name="TextBox 12"/>
          <p:cNvSpPr txBox="1"/>
          <p:nvPr/>
        </p:nvSpPr>
        <p:spPr>
          <a:xfrm>
            <a:off x="1549472" y="1261517"/>
            <a:ext cx="10092134" cy="4771824"/>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endParaRPr lang="en-US"/>
          </a:p>
        </p:txBody>
      </p:sp>
      <p:sp>
        <p:nvSpPr>
          <p:cNvPr id="14" name="TextBox 13"/>
          <p:cNvSpPr txBox="1"/>
          <p:nvPr/>
        </p:nvSpPr>
        <p:spPr>
          <a:xfrm>
            <a:off x="1549472" y="1550000"/>
            <a:ext cx="10092134" cy="4750000"/>
          </a:xfrm>
          <a:prstGeom prst="rect">
            <a:avLst/>
          </a:prstGeom>
          <a:noFill/>
        </p:spPr>
        <p:txBody>
          <a:bodyPr wrap="square">
            <a:spAutoFit/>
          </a:bodyPr>
          <a:lstStyle/>
          <a:p>
            <a:pPr marL="285750" indent="-285750" algn="l">
              <a:lnSpc>
                <a:spcPct val="110000"/>
              </a:lnSpc>
              <a:spcAft>
                <a:spcPts val="1300"/>
              </a:spcAft>
              <a:buFont typeface="Arial" panose="020B0604020202020204" pitchFamily="34" charset="0"/>
              <a:buChar char="•"/>
            </a:pPr>
            <a:r>
              <a:rPr sz="1700">
                <a:solidFill>
                  <a:srgbClr val="262626"/>
                </a:solidFill>
                <a:latin typeface="Calibri" panose="020F0502020204030204"/>
              </a:rPr>
              <a:t>Warranty Expiry Calculation: expiry_date = purchase_date + warranty_period_months; the ring's “days remaining” and “% remaining” are derived by comparing today against that window.</a:t>
            </a:r>
          </a:p>
          <a:p>
            <a:pPr marL="285750" indent="-285750" algn="l">
              <a:lnSpc>
                <a:spcPct val="110000"/>
              </a:lnSpc>
              <a:spcAft>
                <a:spcPts val="1300"/>
              </a:spcAft>
              <a:buFont typeface="Arial" panose="020B0604020202020204" pitchFamily="34" charset="0"/>
              <a:buChar char="•"/>
            </a:pPr>
            <a:r>
              <a:rPr sz="1700">
                <a:solidFill>
                  <a:srgbClr val="262626"/>
                </a:solidFill>
                <a:latin typeface="Calibri" panose="020F0502020204030204"/>
              </a:rPr>
              <a:t>Status Classification: Expired if days remaining ≤ 0, Warning if ≤ 30 days, Active otherwise — this drives the red / yellow / green colour of each product's SVG warranty ring.</a:t>
            </a:r>
          </a:p>
          <a:p>
            <a:pPr marL="285750" indent="-285750" algn="l">
              <a:lnSpc>
                <a:spcPct val="110000"/>
              </a:lnSpc>
              <a:spcAft>
                <a:spcPts val="1300"/>
              </a:spcAft>
              <a:buFont typeface="Arial" panose="020B0604020202020204" pitchFamily="34" charset="0"/>
              <a:buChar char="•"/>
            </a:pPr>
            <a:r>
              <a:rPr sz="1700">
                <a:solidFill>
                  <a:srgbClr val="262626"/>
                </a:solidFill>
                <a:latin typeface="Calibri" panose="020F0502020204030204"/>
              </a:rPr>
              <a:t>Secure Authentication: passwords are hashed with bcrypt (password_hash / password_verify); every database query uses PDO prepared statements to prevent SQL injection.</a:t>
            </a:r>
          </a:p>
          <a:p>
            <a:pPr marL="285750" indent="-285750" algn="l">
              <a:lnSpc>
                <a:spcPct val="110000"/>
              </a:lnSpc>
              <a:spcAft>
                <a:spcPts val="1300"/>
              </a:spcAft>
              <a:buFont typeface="Arial" panose="020B0604020202020204" pitchFamily="34" charset="0"/>
              <a:buChar char="•"/>
            </a:pPr>
            <a:r>
              <a:rPr sz="1700">
                <a:solidFill>
                  <a:srgbClr val="262626"/>
                </a:solidFill>
                <a:latin typeface="Calibri" panose="020F0502020204030204"/>
              </a:rPr>
              <a:t>Notification Scheduling: a daily cron-style job selects products where DATEDIFF(expiry_date, CURDATE()) IN (30, 15, 3) and triggers a PHPMailer email alert for each match.</a:t>
            </a:r>
          </a:p>
          <a:p>
            <a:pPr marL="285750" indent="-285750" algn="l">
              <a:lnSpc>
                <a:spcPct val="110000"/>
              </a:lnSpc>
              <a:spcAft>
                <a:spcPts val="1300"/>
              </a:spcAft>
              <a:buFont typeface="Arial" panose="020B0604020202020204" pitchFamily="34" charset="0"/>
              <a:buChar char="•"/>
            </a:pPr>
            <a:r>
              <a:rPr sz="1700">
                <a:solidFill>
                  <a:srgbClr val="262626"/>
                </a:solidFill>
                <a:latin typeface="Calibri" panose="020F0502020204030204"/>
              </a:rPr>
              <a:t>QR Passport Generation: a unique per-product payload is encoded client-side into a scannable QR code (QRCode.js) for instant ownership and warranty lookup.</a:t>
            </a:r>
          </a:p>
          <a:p>
            <a:pPr marL="285750" indent="-285750" algn="l">
              <a:lnSpc>
                <a:spcPct val="110000"/>
              </a:lnSpc>
              <a:spcAft>
                <a:spcPts val="1300"/>
              </a:spcAft>
              <a:buFont typeface="Arial" panose="020B0604020202020204" pitchFamily="34" charset="0"/>
              <a:buChar char="•"/>
            </a:pPr>
            <a:r>
              <a:rPr sz="1700">
                <a:solidFill>
                  <a:srgbClr val="262626"/>
                </a:solidFill>
                <a:latin typeface="Calibri" panose="020F0502020204030204"/>
              </a:rPr>
              <a:t>Report Export: aggregated inventory data is rendered client-side into a downloadable PDF using jsPDF.</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413892" y="116632"/>
            <a:ext cx="10225136" cy="720080"/>
          </a:xfrm>
          <a:prstGeom prst="rect">
            <a:avLst/>
          </a:prstGeom>
          <a:effectLst>
            <a:glow rad="228600">
              <a:schemeClr val="accent2">
                <a:satMod val="175000"/>
                <a:alpha val="40000"/>
              </a:schemeClr>
            </a:glow>
            <a:innerShdw blurRad="63500" dist="50800">
              <a:prstClr val="black">
                <a:alpha val="50000"/>
              </a:prstClr>
            </a:innerShdw>
          </a:effectLst>
        </p:spPr>
        <p:style>
          <a:lnRef idx="1">
            <a:schemeClr val="accent1"/>
          </a:lnRef>
          <a:fillRef idx="2">
            <a:schemeClr val="accent1"/>
          </a:fillRef>
          <a:effectRef idx="1">
            <a:schemeClr val="accent1"/>
          </a:effectRef>
          <a:fontRef idx="minor">
            <a:schemeClr val="dk1"/>
          </a:fontRef>
        </p:style>
        <p:txBody>
          <a:bodyPr tIns="0" anchor="ctr">
            <a:noAutofit/>
          </a:bodyPr>
          <a:lstStyle>
            <a:lvl1pPr algn="l" rtl="0" eaLnBrk="1" latinLnBrk="0" hangingPunct="1">
              <a:spcBef>
                <a:spcPct val="0"/>
              </a:spcBef>
              <a:buNone/>
              <a:defRPr kumimoji="0" sz="3000" b="0" kern="1200" cap="small"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457200" indent="-457200">
              <a:buClr>
                <a:schemeClr val="accent2">
                  <a:lumMod val="75000"/>
                </a:schemeClr>
              </a:buClr>
            </a:pPr>
            <a:endParaRPr kumimoji="0" lang="en-IN" sz="4000" b="1" i="0" u="none" strike="noStrike" kern="1200" cap="small" spc="0" normalizeH="0" baseline="0" noProof="0">
              <a:ln>
                <a:noFill/>
              </a:ln>
              <a:solidFill>
                <a:schemeClr val="tx1"/>
              </a:solidFill>
              <a:effectLst/>
              <a:uLnTx/>
              <a:uFillTx/>
              <a:latin typeface="Times New Roman" panose="02020603050405020304" pitchFamily="18" charset="0"/>
              <a:cs typeface="Times New Roman" panose="02020603050405020304" pitchFamily="18" charset="0"/>
            </a:endParaRPr>
          </a:p>
          <a:p>
            <a:pPr marL="457200" indent="-457200">
              <a:buClr>
                <a:schemeClr val="accent2">
                  <a:lumMod val="75000"/>
                </a:schemeClr>
              </a:buClr>
            </a:pPr>
            <a:r>
              <a:rPr kumimoji="0" lang="en-IN" sz="4000" b="1" i="0" u="none" strike="noStrike" kern="1200" cap="small" spc="0" normalizeH="0" baseline="0" noProof="0">
                <a:ln>
                  <a:noFill/>
                </a:ln>
                <a:solidFill>
                  <a:schemeClr val="tx1"/>
                </a:solidFill>
                <a:effectLst/>
                <a:uLnTx/>
                <a:uFillTx/>
                <a:latin typeface="Times New Roman" panose="02020603050405020304" pitchFamily="18" charset="0"/>
                <a:cs typeface="Times New Roman" panose="02020603050405020304" pitchFamily="18" charset="0"/>
              </a:rPr>
              <a:t>Comparison with Existing systems :</a:t>
            </a:r>
          </a:p>
          <a:p>
            <a:pPr marL="457200" indent="-457200">
              <a:buClr>
                <a:schemeClr val="accent2">
                  <a:lumMod val="75000"/>
                </a:schemeClr>
              </a:buClr>
            </a:pPr>
            <a:endParaRPr lang="en-IN" sz="4000" b="1">
              <a:solidFill>
                <a:srgbClr val="002060"/>
              </a:solidFill>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56E39993-3455-456D-B76B-54420194FCFA}" type="slidenum">
              <a:rPr lang="en-IN" smtClean="0"/>
              <a:t>11</a:t>
            </a:fld>
            <a:endParaRPr lang="en-IN"/>
          </a:p>
        </p:txBody>
      </p:sp>
      <p:sp>
        <p:nvSpPr>
          <p:cNvPr id="8" name="Footer Placeholder 7"/>
          <p:cNvSpPr>
            <a:spLocks noGrp="1"/>
          </p:cNvSpPr>
          <p:nvPr>
            <p:ph type="ftr" sz="quarter" idx="11"/>
          </p:nvPr>
        </p:nvSpPr>
        <p:spPr/>
        <p:txBody>
          <a:bodyPr/>
          <a:lstStyle/>
          <a:p>
            <a:r>
              <a:rPr lang="en-IN"/>
              <a:t>Department of Computer Engineering</a:t>
            </a:r>
          </a:p>
        </p:txBody>
      </p:sp>
      <p:sp>
        <p:nvSpPr>
          <p:cNvPr id="3" name="Content Placeholder 2"/>
          <p:cNvSpPr>
            <a:spLocks noGrp="1"/>
          </p:cNvSpPr>
          <p:nvPr>
            <p:ph idx="1"/>
          </p:nvPr>
        </p:nvSpPr>
        <p:spPr/>
        <p:txBody>
          <a:bodyPr/>
          <a:lstStyle/>
          <a:p>
            <a:endParaRPr lang="en-IN"/>
          </a:p>
        </p:txBody>
      </p:sp>
      <p:graphicFrame>
        <p:nvGraphicFramePr>
          <p:cNvPr id="9" name="Table 8"/>
          <p:cNvGraphicFramePr>
            <a:graphicFrameLocks noGrp="1"/>
          </p:cNvGraphicFramePr>
          <p:nvPr/>
        </p:nvGraphicFramePr>
        <p:xfrm>
          <a:off x="1913645" y="1550000"/>
          <a:ext cx="9994835" cy="4550000"/>
        </p:xfrm>
        <a:graphic>
          <a:graphicData uri="http://schemas.openxmlformats.org/drawingml/2006/table">
            <a:tbl>
              <a:tblPr firstRow="1" bandRow="1">
                <a:tableStyleId>{5C22544A-7EE6-4342-B048-85BDC9FD1C3A}</a:tableStyleId>
              </a:tblPr>
              <a:tblGrid>
                <a:gridCol w="2998451">
                  <a:extLst>
                    <a:ext uri="{9D8B030D-6E8A-4147-A177-3AD203B41FA5}">
                      <a16:colId xmlns:a16="http://schemas.microsoft.com/office/drawing/2014/main" val="20000"/>
                    </a:ext>
                  </a:extLst>
                </a:gridCol>
                <a:gridCol w="2348786">
                  <a:extLst>
                    <a:ext uri="{9D8B030D-6E8A-4147-A177-3AD203B41FA5}">
                      <a16:colId xmlns:a16="http://schemas.microsoft.com/office/drawing/2014/main" val="20001"/>
                    </a:ext>
                  </a:extLst>
                </a:gridCol>
                <a:gridCol w="2348786">
                  <a:extLst>
                    <a:ext uri="{9D8B030D-6E8A-4147-A177-3AD203B41FA5}">
                      <a16:colId xmlns:a16="http://schemas.microsoft.com/office/drawing/2014/main" val="20002"/>
                    </a:ext>
                  </a:extLst>
                </a:gridCol>
                <a:gridCol w="2298812">
                  <a:extLst>
                    <a:ext uri="{9D8B030D-6E8A-4147-A177-3AD203B41FA5}">
                      <a16:colId xmlns:a16="http://schemas.microsoft.com/office/drawing/2014/main" val="20003"/>
                    </a:ext>
                  </a:extLst>
                </a:gridCol>
              </a:tblGrid>
              <a:tr h="650000">
                <a:tc>
                  <a:txBody>
                    <a:bodyPr/>
                    <a:lstStyle/>
                    <a:p>
                      <a:pPr algn="ctr"/>
                      <a:r>
                        <a:rPr sz="1400" b="1">
                          <a:solidFill>
                            <a:srgbClr val="FFFFFF"/>
                          </a:solidFill>
                          <a:latin typeface="Calibri" panose="020F0502020204030204"/>
                        </a:rPr>
                        <a:t>Parameter</a:t>
                      </a:r>
                    </a:p>
                  </a:txBody>
                  <a:tcPr marT="40000" marB="40000" anchor="ctr">
                    <a:solidFill>
                      <a:srgbClr val="002060"/>
                    </a:solidFill>
                  </a:tcPr>
                </a:tc>
                <a:tc>
                  <a:txBody>
                    <a:bodyPr/>
                    <a:lstStyle/>
                    <a:p>
                      <a:pPr algn="ctr"/>
                      <a:r>
                        <a:rPr sz="1400" b="1">
                          <a:solidFill>
                            <a:srgbClr val="FFFFFF"/>
                          </a:solidFill>
                          <a:latin typeface="Calibri" panose="020F0502020204030204"/>
                        </a:rPr>
                        <a:t>Paper Records</a:t>
                      </a:r>
                    </a:p>
                  </a:txBody>
                  <a:tcPr marT="40000" marB="40000" anchor="ctr">
                    <a:solidFill>
                      <a:srgbClr val="002060"/>
                    </a:solidFill>
                  </a:tcPr>
                </a:tc>
                <a:tc>
                  <a:txBody>
                    <a:bodyPr/>
                    <a:lstStyle/>
                    <a:p>
                      <a:pPr algn="ctr"/>
                      <a:r>
                        <a:rPr sz="1400" b="1">
                          <a:solidFill>
                            <a:srgbClr val="FFFFFF"/>
                          </a:solidFill>
                          <a:latin typeface="Calibri" panose="020F0502020204030204"/>
                        </a:rPr>
                        <a:t>Cloud Storage
(Drive / Photos)</a:t>
                      </a:r>
                    </a:p>
                  </a:txBody>
                  <a:tcPr marT="40000" marB="40000" anchor="ctr">
                    <a:solidFill>
                      <a:srgbClr val="002060"/>
                    </a:solidFill>
                  </a:tcPr>
                </a:tc>
                <a:tc>
                  <a:txBody>
                    <a:bodyPr/>
                    <a:lstStyle/>
                    <a:p>
                      <a:pPr algn="ctr"/>
                      <a:r>
                        <a:rPr sz="1400" b="1">
                          <a:solidFill>
                            <a:srgbClr val="FFFFFF"/>
                          </a:solidFill>
                          <a:latin typeface="Calibri" panose="020F0502020204030204"/>
                        </a:rPr>
                        <a:t>VaultKeep
(Proposed)</a:t>
                      </a:r>
                    </a:p>
                  </a:txBody>
                  <a:tcPr marT="40000" marB="40000" anchor="ctr">
                    <a:solidFill>
                      <a:srgbClr val="002060"/>
                    </a:solidFill>
                  </a:tcPr>
                </a:tc>
                <a:extLst>
                  <a:ext uri="{0D108BD9-81ED-4DB2-BD59-A6C34878D82A}">
                    <a16:rowId xmlns:a16="http://schemas.microsoft.com/office/drawing/2014/main" val="10000"/>
                  </a:ext>
                </a:extLst>
              </a:tr>
              <a:tr h="780000">
                <a:tc>
                  <a:txBody>
                    <a:bodyPr/>
                    <a:lstStyle/>
                    <a:p>
                      <a:pPr algn="l"/>
                      <a:r>
                        <a:rPr sz="1350" b="0">
                          <a:solidFill>
                            <a:srgbClr val="262626"/>
                          </a:solidFill>
                          <a:latin typeface="Calibri" panose="020F0502020204030204"/>
                        </a:rPr>
                        <a:t>Centralised for all brands</a:t>
                      </a:r>
                    </a:p>
                  </a:txBody>
                  <a:tcPr marL="90000" marT="35000" marB="35000" anchor="ctr">
                    <a:solidFill>
                      <a:srgbClr val="FFFFFF"/>
                    </a:solidFill>
                  </a:tcPr>
                </a:tc>
                <a:tc>
                  <a:txBody>
                    <a:bodyPr/>
                    <a:lstStyle/>
                    <a:p>
                      <a:pPr algn="ctr"/>
                      <a:r>
                        <a:rPr sz="1350" b="0">
                          <a:solidFill>
                            <a:srgbClr val="B02A2A"/>
                          </a:solidFill>
                          <a:latin typeface="Calibri" panose="020F0502020204030204"/>
                        </a:rPr>
                        <a:t>No</a:t>
                      </a:r>
                    </a:p>
                  </a:txBody>
                  <a:tcPr marL="90000" marT="35000" marB="35000" anchor="ctr">
                    <a:solidFill>
                      <a:srgbClr val="FFFFFF"/>
                    </a:solidFill>
                  </a:tcPr>
                </a:tc>
                <a:tc>
                  <a:txBody>
                    <a:bodyPr/>
                    <a:lstStyle/>
                    <a:p>
                      <a:pPr algn="ctr"/>
                      <a:r>
                        <a:rPr sz="1350" b="0">
                          <a:solidFill>
                            <a:srgbClr val="262626"/>
                          </a:solidFill>
                          <a:latin typeface="Calibri" panose="020F0502020204030204"/>
                        </a:rPr>
                        <a:t>Partially</a:t>
                      </a:r>
                    </a:p>
                  </a:txBody>
                  <a:tcPr marL="90000" marT="35000" marB="35000" anchor="ctr">
                    <a:solidFill>
                      <a:srgbClr val="FFFFFF"/>
                    </a:solidFill>
                  </a:tcPr>
                </a:tc>
                <a:tc>
                  <a:txBody>
                    <a:bodyPr/>
                    <a:lstStyle/>
                    <a:p>
                      <a:pPr algn="ctr"/>
                      <a:r>
                        <a:rPr sz="1350" b="1">
                          <a:solidFill>
                            <a:srgbClr val="2E7D32"/>
                          </a:solidFill>
                          <a:latin typeface="Calibri" panose="020F0502020204030204"/>
                        </a:rPr>
                        <a:t>Yes</a:t>
                      </a:r>
                    </a:p>
                  </a:txBody>
                  <a:tcPr marL="90000" marT="35000" marB="35000" anchor="ctr">
                    <a:solidFill>
                      <a:srgbClr val="EAF2FB"/>
                    </a:solidFill>
                  </a:tcPr>
                </a:tc>
                <a:extLst>
                  <a:ext uri="{0D108BD9-81ED-4DB2-BD59-A6C34878D82A}">
                    <a16:rowId xmlns:a16="http://schemas.microsoft.com/office/drawing/2014/main" val="10001"/>
                  </a:ext>
                </a:extLst>
              </a:tr>
              <a:tr h="780000">
                <a:tc>
                  <a:txBody>
                    <a:bodyPr/>
                    <a:lstStyle/>
                    <a:p>
                      <a:pPr algn="l"/>
                      <a:r>
                        <a:rPr sz="1350" b="0">
                          <a:solidFill>
                            <a:srgbClr val="262626"/>
                          </a:solidFill>
                          <a:latin typeface="Calibri" panose="020F0502020204030204"/>
                        </a:rPr>
                        <a:t>Automatic expiry tracking</a:t>
                      </a:r>
                    </a:p>
                  </a:txBody>
                  <a:tcPr marL="90000" marT="35000" marB="35000" anchor="ctr">
                    <a:solidFill>
                      <a:srgbClr val="FFFFFF"/>
                    </a:solidFill>
                  </a:tcPr>
                </a:tc>
                <a:tc>
                  <a:txBody>
                    <a:bodyPr/>
                    <a:lstStyle/>
                    <a:p>
                      <a:pPr algn="ctr"/>
                      <a:r>
                        <a:rPr sz="1350" b="0">
                          <a:solidFill>
                            <a:srgbClr val="B02A2A"/>
                          </a:solidFill>
                          <a:latin typeface="Calibri" panose="020F0502020204030204"/>
                        </a:rPr>
                        <a:t>No</a:t>
                      </a:r>
                    </a:p>
                  </a:txBody>
                  <a:tcPr marL="90000" marT="35000" marB="35000" anchor="ctr">
                    <a:solidFill>
                      <a:srgbClr val="FFFFFF"/>
                    </a:solidFill>
                  </a:tcPr>
                </a:tc>
                <a:tc>
                  <a:txBody>
                    <a:bodyPr/>
                    <a:lstStyle/>
                    <a:p>
                      <a:pPr algn="ctr"/>
                      <a:r>
                        <a:rPr sz="1350" b="0">
                          <a:solidFill>
                            <a:srgbClr val="B02A2A"/>
                          </a:solidFill>
                          <a:latin typeface="Calibri" panose="020F0502020204030204"/>
                        </a:rPr>
                        <a:t>No</a:t>
                      </a:r>
                    </a:p>
                  </a:txBody>
                  <a:tcPr marL="90000" marT="35000" marB="35000" anchor="ctr">
                    <a:solidFill>
                      <a:srgbClr val="FFFFFF"/>
                    </a:solidFill>
                  </a:tcPr>
                </a:tc>
                <a:tc>
                  <a:txBody>
                    <a:bodyPr/>
                    <a:lstStyle/>
                    <a:p>
                      <a:pPr algn="ctr"/>
                      <a:r>
                        <a:rPr sz="1350" b="1">
                          <a:solidFill>
                            <a:srgbClr val="2E7D32"/>
                          </a:solidFill>
                          <a:latin typeface="Calibri" panose="020F0502020204030204"/>
                        </a:rPr>
                        <a:t>Yes</a:t>
                      </a:r>
                    </a:p>
                  </a:txBody>
                  <a:tcPr marL="90000" marT="35000" marB="35000" anchor="ctr">
                    <a:solidFill>
                      <a:srgbClr val="EAF2FB"/>
                    </a:solidFill>
                  </a:tcPr>
                </a:tc>
                <a:extLst>
                  <a:ext uri="{0D108BD9-81ED-4DB2-BD59-A6C34878D82A}">
                    <a16:rowId xmlns:a16="http://schemas.microsoft.com/office/drawing/2014/main" val="10002"/>
                  </a:ext>
                </a:extLst>
              </a:tr>
              <a:tr h="780000">
                <a:tc>
                  <a:txBody>
                    <a:bodyPr/>
                    <a:lstStyle/>
                    <a:p>
                      <a:pPr algn="l"/>
                      <a:r>
                        <a:rPr sz="1350" b="0">
                          <a:solidFill>
                            <a:srgbClr val="262626"/>
                          </a:solidFill>
                          <a:latin typeface="Calibri" panose="020F0502020204030204"/>
                        </a:rPr>
                        <a:t>Reminders before expiry</a:t>
                      </a:r>
                    </a:p>
                  </a:txBody>
                  <a:tcPr marL="90000" marT="35000" marB="35000" anchor="ctr">
                    <a:solidFill>
                      <a:srgbClr val="FFFFFF"/>
                    </a:solidFill>
                  </a:tcPr>
                </a:tc>
                <a:tc>
                  <a:txBody>
                    <a:bodyPr/>
                    <a:lstStyle/>
                    <a:p>
                      <a:pPr algn="ctr"/>
                      <a:r>
                        <a:rPr sz="1350" b="0">
                          <a:solidFill>
                            <a:srgbClr val="B02A2A"/>
                          </a:solidFill>
                          <a:latin typeface="Calibri" panose="020F0502020204030204"/>
                        </a:rPr>
                        <a:t>No</a:t>
                      </a:r>
                    </a:p>
                  </a:txBody>
                  <a:tcPr marL="90000" marT="35000" marB="35000" anchor="ctr">
                    <a:solidFill>
                      <a:srgbClr val="FFFFFF"/>
                    </a:solidFill>
                  </a:tcPr>
                </a:tc>
                <a:tc>
                  <a:txBody>
                    <a:bodyPr/>
                    <a:lstStyle/>
                    <a:p>
                      <a:pPr algn="ctr"/>
                      <a:r>
                        <a:rPr sz="1350" b="0">
                          <a:solidFill>
                            <a:srgbClr val="B02A2A"/>
                          </a:solidFill>
                          <a:latin typeface="Calibri" panose="020F0502020204030204"/>
                        </a:rPr>
                        <a:t>No</a:t>
                      </a:r>
                    </a:p>
                  </a:txBody>
                  <a:tcPr marL="90000" marT="35000" marB="35000" anchor="ctr">
                    <a:solidFill>
                      <a:srgbClr val="FFFFFF"/>
                    </a:solidFill>
                  </a:tcPr>
                </a:tc>
                <a:tc>
                  <a:txBody>
                    <a:bodyPr/>
                    <a:lstStyle/>
                    <a:p>
                      <a:pPr algn="ctr"/>
                      <a:r>
                        <a:rPr sz="1350" b="1">
                          <a:solidFill>
                            <a:srgbClr val="2E7D32"/>
                          </a:solidFill>
                          <a:latin typeface="Calibri" panose="020F0502020204030204"/>
                        </a:rPr>
                        <a:t>Yes (30/15/3-day)</a:t>
                      </a:r>
                    </a:p>
                  </a:txBody>
                  <a:tcPr marL="90000" marT="35000" marB="35000" anchor="ctr">
                    <a:solidFill>
                      <a:srgbClr val="EAF2FB"/>
                    </a:solidFill>
                  </a:tcPr>
                </a:tc>
                <a:extLst>
                  <a:ext uri="{0D108BD9-81ED-4DB2-BD59-A6C34878D82A}">
                    <a16:rowId xmlns:a16="http://schemas.microsoft.com/office/drawing/2014/main" val="10003"/>
                  </a:ext>
                </a:extLst>
              </a:tr>
              <a:tr h="780000">
                <a:tc>
                  <a:txBody>
                    <a:bodyPr/>
                    <a:lstStyle/>
                    <a:p>
                      <a:pPr algn="l"/>
                      <a:r>
                        <a:rPr sz="1350" b="0">
                          <a:solidFill>
                            <a:srgbClr val="262626"/>
                          </a:solidFill>
                          <a:latin typeface="Calibri" panose="020F0502020204030204"/>
                        </a:rPr>
                        <a:t>Service / repair history log</a:t>
                      </a:r>
                    </a:p>
                  </a:txBody>
                  <a:tcPr marL="90000" marT="35000" marB="35000" anchor="ctr">
                    <a:solidFill>
                      <a:srgbClr val="FFFFFF"/>
                    </a:solidFill>
                  </a:tcPr>
                </a:tc>
                <a:tc>
                  <a:txBody>
                    <a:bodyPr/>
                    <a:lstStyle/>
                    <a:p>
                      <a:pPr algn="ctr"/>
                      <a:r>
                        <a:rPr sz="1350" b="0">
                          <a:solidFill>
                            <a:srgbClr val="B02A2A"/>
                          </a:solidFill>
                          <a:latin typeface="Calibri" panose="020F0502020204030204"/>
                        </a:rPr>
                        <a:t>No</a:t>
                      </a:r>
                    </a:p>
                  </a:txBody>
                  <a:tcPr marL="90000" marT="35000" marB="35000" anchor="ctr">
                    <a:solidFill>
                      <a:srgbClr val="FFFFFF"/>
                    </a:solidFill>
                  </a:tcPr>
                </a:tc>
                <a:tc>
                  <a:txBody>
                    <a:bodyPr/>
                    <a:lstStyle/>
                    <a:p>
                      <a:pPr algn="ctr"/>
                      <a:r>
                        <a:rPr sz="1350" b="0">
                          <a:solidFill>
                            <a:srgbClr val="B02A2A"/>
                          </a:solidFill>
                          <a:latin typeface="Calibri" panose="020F0502020204030204"/>
                        </a:rPr>
                        <a:t>No</a:t>
                      </a:r>
                    </a:p>
                  </a:txBody>
                  <a:tcPr marL="90000" marT="35000" marB="35000" anchor="ctr">
                    <a:solidFill>
                      <a:srgbClr val="FFFFFF"/>
                    </a:solidFill>
                  </a:tcPr>
                </a:tc>
                <a:tc>
                  <a:txBody>
                    <a:bodyPr/>
                    <a:lstStyle/>
                    <a:p>
                      <a:pPr algn="ctr"/>
                      <a:r>
                        <a:rPr sz="1350" b="1">
                          <a:solidFill>
                            <a:srgbClr val="2E7D32"/>
                          </a:solidFill>
                          <a:latin typeface="Calibri" panose="020F0502020204030204"/>
                        </a:rPr>
                        <a:t>Yes</a:t>
                      </a:r>
                    </a:p>
                  </a:txBody>
                  <a:tcPr marL="90000" marT="35000" marB="35000" anchor="ctr">
                    <a:solidFill>
                      <a:srgbClr val="EAF2FB"/>
                    </a:solidFill>
                  </a:tcPr>
                </a:tc>
                <a:extLst>
                  <a:ext uri="{0D108BD9-81ED-4DB2-BD59-A6C34878D82A}">
                    <a16:rowId xmlns:a16="http://schemas.microsoft.com/office/drawing/2014/main" val="10004"/>
                  </a:ext>
                </a:extLst>
              </a:tr>
              <a:tr h="780000">
                <a:tc>
                  <a:txBody>
                    <a:bodyPr/>
                    <a:lstStyle/>
                    <a:p>
                      <a:pPr algn="l"/>
                      <a:r>
                        <a:rPr sz="1350" b="0">
                          <a:solidFill>
                            <a:srgbClr val="262626"/>
                          </a:solidFill>
                          <a:latin typeface="Calibri" panose="020F0502020204030204"/>
                        </a:rPr>
                        <a:t>Analytics &amp; PDF reports</a:t>
                      </a:r>
                    </a:p>
                  </a:txBody>
                  <a:tcPr marL="90000" marT="35000" marB="35000" anchor="ctr">
                    <a:solidFill>
                      <a:srgbClr val="FFFFFF"/>
                    </a:solidFill>
                  </a:tcPr>
                </a:tc>
                <a:tc>
                  <a:txBody>
                    <a:bodyPr/>
                    <a:lstStyle/>
                    <a:p>
                      <a:pPr algn="ctr"/>
                      <a:r>
                        <a:rPr sz="1350" b="0">
                          <a:solidFill>
                            <a:srgbClr val="B02A2A"/>
                          </a:solidFill>
                          <a:latin typeface="Calibri" panose="020F0502020204030204"/>
                        </a:rPr>
                        <a:t>No</a:t>
                      </a:r>
                    </a:p>
                  </a:txBody>
                  <a:tcPr marL="90000" marT="35000" marB="35000" anchor="ctr">
                    <a:solidFill>
                      <a:srgbClr val="FFFFFF"/>
                    </a:solidFill>
                  </a:tcPr>
                </a:tc>
                <a:tc>
                  <a:txBody>
                    <a:bodyPr/>
                    <a:lstStyle/>
                    <a:p>
                      <a:pPr algn="ctr"/>
                      <a:r>
                        <a:rPr sz="1350" b="0">
                          <a:solidFill>
                            <a:srgbClr val="B02A2A"/>
                          </a:solidFill>
                          <a:latin typeface="Calibri" panose="020F0502020204030204"/>
                        </a:rPr>
                        <a:t>No</a:t>
                      </a:r>
                    </a:p>
                  </a:txBody>
                  <a:tcPr marL="90000" marT="35000" marB="35000" anchor="ctr">
                    <a:solidFill>
                      <a:srgbClr val="FFFFFF"/>
                    </a:solidFill>
                  </a:tcPr>
                </a:tc>
                <a:tc>
                  <a:txBody>
                    <a:bodyPr/>
                    <a:lstStyle/>
                    <a:p>
                      <a:pPr algn="ctr"/>
                      <a:r>
                        <a:rPr sz="1350" b="1">
                          <a:solidFill>
                            <a:srgbClr val="2E7D32"/>
                          </a:solidFill>
                          <a:latin typeface="Calibri" panose="020F0502020204030204"/>
                        </a:rPr>
                        <a:t>Yes</a:t>
                      </a:r>
                    </a:p>
                  </a:txBody>
                  <a:tcPr marL="90000" marT="35000" marB="35000" anchor="ctr">
                    <a:solidFill>
                      <a:srgbClr val="EAF2FB"/>
                    </a:solidFill>
                  </a:tcPr>
                </a:tc>
                <a:extLst>
                  <a:ext uri="{0D108BD9-81ED-4DB2-BD59-A6C34878D82A}">
                    <a16:rowId xmlns:a16="http://schemas.microsoft.com/office/drawing/2014/main" val="10005"/>
                  </a:ext>
                </a:extLst>
              </a:tr>
            </a:tbl>
          </a:graphicData>
        </a:graphic>
      </p:graphicFrame>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0" y="260648"/>
            <a:ext cx="12188825" cy="1143000"/>
          </a:xfrm>
        </p:spPr>
        <p:txBody>
          <a:bodyPr/>
          <a:lstStyle/>
          <a:p>
            <a:pPr algn="just"/>
            <a:r>
              <a:rPr lang="en-US">
                <a:solidFill>
                  <a:schemeClr val="tx1"/>
                </a:solidFill>
                <a:latin typeface="Times New Roman" panose="02020603050405020304" pitchFamily="18" charset="0"/>
                <a:cs typeface="Times New Roman" panose="02020603050405020304" pitchFamily="18" charset="0"/>
              </a:rPr>
              <a:t>           </a:t>
            </a:r>
            <a:endParaRPr lang="en-IN" sz="4000">
              <a:solidFill>
                <a:srgbClr val="C00000"/>
              </a:solidFill>
              <a:latin typeface="Times New Roman" panose="02020603050405020304" pitchFamily="18" charset="0"/>
              <a:cs typeface="Times New Roman" panose="02020603050405020304" pitchFamily="18" charset="0"/>
            </a:endParaRPr>
          </a:p>
        </p:txBody>
      </p:sp>
      <p:sp>
        <p:nvSpPr>
          <p:cNvPr id="6" name="Title 1"/>
          <p:cNvSpPr txBox="1"/>
          <p:nvPr/>
        </p:nvSpPr>
        <p:spPr>
          <a:xfrm>
            <a:off x="1485900" y="252344"/>
            <a:ext cx="9818687" cy="720080"/>
          </a:xfrm>
          <a:prstGeom prst="rect">
            <a:avLst/>
          </a:prstGeom>
          <a:effectLst>
            <a:glow rad="228600">
              <a:schemeClr val="accent2">
                <a:satMod val="175000"/>
                <a:alpha val="40000"/>
              </a:schemeClr>
            </a:glow>
            <a:innerShdw blurRad="63500" dist="50800">
              <a:prstClr val="black">
                <a:alpha val="50000"/>
              </a:prstClr>
            </a:innerShdw>
          </a:effectLst>
        </p:spPr>
        <p:style>
          <a:lnRef idx="1">
            <a:schemeClr val="accent1"/>
          </a:lnRef>
          <a:fillRef idx="2">
            <a:schemeClr val="accent1"/>
          </a:fillRef>
          <a:effectRef idx="1">
            <a:schemeClr val="accent1"/>
          </a:effectRef>
          <a:fontRef idx="minor">
            <a:schemeClr val="dk1"/>
          </a:fontRef>
        </p:style>
        <p:txBody>
          <a:bodyPr tIns="0" anchor="ctr">
            <a:noAutofit/>
          </a:bodyPr>
          <a:lstStyle>
            <a:lvl1pPr algn="l" rtl="0" eaLnBrk="1" latinLnBrk="0" hangingPunct="1">
              <a:spcBef>
                <a:spcPct val="0"/>
              </a:spcBef>
              <a:buNone/>
              <a:defRPr kumimoji="0" sz="3000" b="0" kern="1200" cap="small"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27305" lvl="0">
              <a:buClr>
                <a:schemeClr val="accent1"/>
              </a:buClr>
              <a:buSzPct val="80000"/>
            </a:pPr>
            <a:r>
              <a:rPr kumimoji="0" lang="en-IN" sz="4500" b="1" i="0" u="none" strike="noStrike" kern="1200" cap="small" spc="0" normalizeH="0" baseline="0" noProof="0">
                <a:ln>
                  <a:noFill/>
                </a:ln>
                <a:solidFill>
                  <a:schemeClr val="tx1"/>
                </a:solidFill>
                <a:effectLst/>
                <a:uLnTx/>
                <a:uFillTx/>
                <a:latin typeface="Times New Roman" panose="02020603050405020304" pitchFamily="18" charset="0"/>
                <a:cs typeface="Times New Roman" panose="02020603050405020304" pitchFamily="18" charset="0"/>
              </a:rPr>
              <a:t>Applications:</a:t>
            </a:r>
          </a:p>
        </p:txBody>
      </p:sp>
      <p:sp>
        <p:nvSpPr>
          <p:cNvPr id="4" name="Slide Number Placeholder 3"/>
          <p:cNvSpPr>
            <a:spLocks noGrp="1"/>
          </p:cNvSpPr>
          <p:nvPr>
            <p:ph type="sldNum" sz="quarter" idx="12"/>
          </p:nvPr>
        </p:nvSpPr>
        <p:spPr/>
        <p:txBody>
          <a:bodyPr/>
          <a:lstStyle/>
          <a:p>
            <a:fld id="{56E39993-3455-456D-B76B-54420194FCFA}" type="slidenum">
              <a:rPr lang="en-IN" smtClean="0"/>
              <a:t>12</a:t>
            </a:fld>
            <a:endParaRPr lang="en-IN"/>
          </a:p>
        </p:txBody>
      </p:sp>
      <p:sp>
        <p:nvSpPr>
          <p:cNvPr id="5" name="Footer Placeholder 4"/>
          <p:cNvSpPr>
            <a:spLocks noGrp="1"/>
          </p:cNvSpPr>
          <p:nvPr>
            <p:ph type="ftr" sz="quarter" idx="11"/>
          </p:nvPr>
        </p:nvSpPr>
        <p:spPr/>
        <p:txBody>
          <a:bodyPr/>
          <a:lstStyle/>
          <a:p>
            <a:r>
              <a:rPr lang="en-IN"/>
              <a:t>Department of Computer Engineering</a:t>
            </a:r>
          </a:p>
        </p:txBody>
      </p:sp>
      <p:sp>
        <p:nvSpPr>
          <p:cNvPr id="28675" name="TextBox 28674"/>
          <p:cNvSpPr txBox="1"/>
          <p:nvPr/>
        </p:nvSpPr>
        <p:spPr>
          <a:xfrm>
            <a:off x="1485900" y="1350000"/>
            <a:ext cx="9818687" cy="4700000"/>
          </a:xfrm>
          <a:prstGeom prst="rect">
            <a:avLst/>
          </a:prstGeom>
          <a:noFill/>
        </p:spPr>
        <p:txBody>
          <a:bodyPr wrap="square">
            <a:spAutoFit/>
          </a:bodyPr>
          <a:lstStyle/>
          <a:p>
            <a:pPr marL="285750" indent="-285750" algn="l">
              <a:lnSpc>
                <a:spcPct val="110000"/>
              </a:lnSpc>
              <a:spcAft>
                <a:spcPts val="1800"/>
              </a:spcAft>
              <a:buFont typeface="Arial" panose="020B0604020202020204" pitchFamily="34" charset="0"/>
              <a:buChar char="•"/>
            </a:pPr>
            <a:r>
              <a:rPr sz="1900">
                <a:solidFill>
                  <a:srgbClr val="262626"/>
                </a:solidFill>
                <a:latin typeface="Calibri" panose="020F0502020204030204"/>
              </a:rPr>
              <a:t>Households managing warranties for electronics, appliances and wearables purchased over several years.</a:t>
            </a:r>
          </a:p>
          <a:p>
            <a:pPr marL="285750" indent="-285750" algn="l">
              <a:lnSpc>
                <a:spcPct val="110000"/>
              </a:lnSpc>
              <a:spcAft>
                <a:spcPts val="1800"/>
              </a:spcAft>
              <a:buFont typeface="Arial" panose="020B0604020202020204" pitchFamily="34" charset="0"/>
              <a:buChar char="•"/>
            </a:pPr>
            <a:r>
              <a:rPr sz="1900">
                <a:solidFill>
                  <a:srgbClr val="262626"/>
                </a:solidFill>
                <a:latin typeface="Calibri" panose="020F0502020204030204"/>
              </a:rPr>
              <a:t>Small businesses and offices tracking IT assets — laptops, printers, routers — and their AMC/warranty status.</a:t>
            </a:r>
          </a:p>
          <a:p>
            <a:pPr marL="285750" indent="-285750" algn="l">
              <a:lnSpc>
                <a:spcPct val="110000"/>
              </a:lnSpc>
              <a:spcAft>
                <a:spcPts val="1800"/>
              </a:spcAft>
              <a:buFont typeface="Arial" panose="020B0604020202020204" pitchFamily="34" charset="0"/>
              <a:buChar char="•"/>
            </a:pPr>
            <a:r>
              <a:rPr sz="1900">
                <a:solidFill>
                  <a:srgbClr val="262626"/>
                </a:solidFill>
                <a:latin typeface="Calibri" panose="020F0502020204030204"/>
              </a:rPr>
              <a:t>Electronics retailers and service centres offering a digital warranty card to customers at the point of sale.</a:t>
            </a:r>
          </a:p>
          <a:p>
            <a:pPr marL="285750" indent="-285750" algn="l">
              <a:lnSpc>
                <a:spcPct val="110000"/>
              </a:lnSpc>
              <a:spcAft>
                <a:spcPts val="1800"/>
              </a:spcAft>
              <a:buFont typeface="Arial" panose="020B0604020202020204" pitchFamily="34" charset="0"/>
              <a:buChar char="•"/>
            </a:pPr>
            <a:r>
              <a:rPr sz="1900">
                <a:solidFill>
                  <a:srgbClr val="262626"/>
                </a:solidFill>
                <a:latin typeface="Calibri" panose="020F0502020204030204"/>
              </a:rPr>
              <a:t>Insurance and extended-warranty providers verifying purchase and service history during a claim.</a:t>
            </a:r>
          </a:p>
          <a:p>
            <a:pPr marL="285750" indent="-285750" algn="l">
              <a:lnSpc>
                <a:spcPct val="110000"/>
              </a:lnSpc>
              <a:spcAft>
                <a:spcPts val="1800"/>
              </a:spcAft>
              <a:buFont typeface="Arial" panose="020B0604020202020204" pitchFamily="34" charset="0"/>
              <a:buChar char="•"/>
            </a:pPr>
            <a:r>
              <a:rPr sz="1900">
                <a:solidFill>
                  <a:srgbClr val="262626"/>
                </a:solidFill>
                <a:latin typeface="Calibri" panose="020F0502020204030204"/>
              </a:rPr>
              <a:t>Resale / second-hand marketplaces, where a verifiable service and warranty history increases buyer trust.</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0" y="260648"/>
            <a:ext cx="12188825" cy="1143000"/>
          </a:xfrm>
        </p:spPr>
        <p:txBody>
          <a:bodyPr/>
          <a:lstStyle/>
          <a:p>
            <a:pPr algn="just"/>
            <a:r>
              <a:rPr lang="en-US">
                <a:solidFill>
                  <a:schemeClr val="tx1"/>
                </a:solidFill>
                <a:latin typeface="Times New Roman" panose="02020603050405020304" pitchFamily="18" charset="0"/>
                <a:cs typeface="Times New Roman" panose="02020603050405020304" pitchFamily="18" charset="0"/>
              </a:rPr>
              <a:t>           </a:t>
            </a:r>
            <a:endParaRPr lang="en-IN" sz="4000">
              <a:solidFill>
                <a:srgbClr val="C00000"/>
              </a:solidFill>
              <a:latin typeface="Times New Roman" panose="02020603050405020304" pitchFamily="18" charset="0"/>
              <a:cs typeface="Times New Roman" panose="02020603050405020304" pitchFamily="18" charset="0"/>
            </a:endParaRPr>
          </a:p>
        </p:txBody>
      </p:sp>
      <p:sp>
        <p:nvSpPr>
          <p:cNvPr id="6" name="Title 1"/>
          <p:cNvSpPr txBox="1"/>
          <p:nvPr/>
        </p:nvSpPr>
        <p:spPr>
          <a:xfrm>
            <a:off x="1485900" y="252344"/>
            <a:ext cx="9818687" cy="720080"/>
          </a:xfrm>
          <a:prstGeom prst="rect">
            <a:avLst/>
          </a:prstGeom>
          <a:effectLst>
            <a:glow rad="228600">
              <a:schemeClr val="accent2">
                <a:satMod val="175000"/>
                <a:alpha val="40000"/>
              </a:schemeClr>
            </a:glow>
            <a:innerShdw blurRad="63500" dist="50800">
              <a:prstClr val="black">
                <a:alpha val="50000"/>
              </a:prstClr>
            </a:innerShdw>
          </a:effectLst>
        </p:spPr>
        <p:style>
          <a:lnRef idx="1">
            <a:schemeClr val="accent1"/>
          </a:lnRef>
          <a:fillRef idx="2">
            <a:schemeClr val="accent1"/>
          </a:fillRef>
          <a:effectRef idx="1">
            <a:schemeClr val="accent1"/>
          </a:effectRef>
          <a:fontRef idx="minor">
            <a:schemeClr val="dk1"/>
          </a:fontRef>
        </p:style>
        <p:txBody>
          <a:bodyPr tIns="0" anchor="ctr">
            <a:noAutofit/>
          </a:bodyPr>
          <a:lstStyle>
            <a:lvl1pPr algn="l" rtl="0" eaLnBrk="1" latinLnBrk="0" hangingPunct="1">
              <a:spcBef>
                <a:spcPct val="0"/>
              </a:spcBef>
              <a:buNone/>
              <a:defRPr kumimoji="0" sz="3000" b="0" kern="1200" cap="small"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27305" lvl="0">
              <a:buClr>
                <a:schemeClr val="accent1"/>
              </a:buClr>
              <a:buSzPct val="80000"/>
            </a:pPr>
            <a:r>
              <a:rPr kumimoji="0" lang="en-IN" sz="4500" b="1" i="0" u="none" strike="noStrike" kern="1200" cap="small" spc="0" normalizeH="0" baseline="0" noProof="0">
                <a:ln>
                  <a:noFill/>
                </a:ln>
                <a:solidFill>
                  <a:schemeClr val="tx1"/>
                </a:solidFill>
                <a:effectLst/>
                <a:uLnTx/>
                <a:uFillTx/>
                <a:latin typeface="Times New Roman" panose="02020603050405020304" pitchFamily="18" charset="0"/>
                <a:cs typeface="Times New Roman" panose="02020603050405020304" pitchFamily="18" charset="0"/>
              </a:rPr>
              <a:t>Implementation Snapshots:</a:t>
            </a:r>
          </a:p>
        </p:txBody>
      </p:sp>
      <p:sp>
        <p:nvSpPr>
          <p:cNvPr id="3" name="Slide Number Placeholder 2"/>
          <p:cNvSpPr>
            <a:spLocks noGrp="1"/>
          </p:cNvSpPr>
          <p:nvPr>
            <p:ph type="sldNum" sz="quarter" idx="12"/>
          </p:nvPr>
        </p:nvSpPr>
        <p:spPr/>
        <p:txBody>
          <a:bodyPr/>
          <a:lstStyle/>
          <a:p>
            <a:fld id="{56E39993-3455-456D-B76B-54420194FCFA}" type="slidenum">
              <a:rPr lang="en-IN" smtClean="0"/>
              <a:t>13</a:t>
            </a:fld>
            <a:endParaRPr lang="en-IN"/>
          </a:p>
        </p:txBody>
      </p:sp>
      <p:sp>
        <p:nvSpPr>
          <p:cNvPr id="5" name="Footer Placeholder 4"/>
          <p:cNvSpPr>
            <a:spLocks noGrp="1"/>
          </p:cNvSpPr>
          <p:nvPr>
            <p:ph type="ftr" sz="quarter" idx="11"/>
          </p:nvPr>
        </p:nvSpPr>
        <p:spPr/>
        <p:txBody>
          <a:bodyPr/>
          <a:lstStyle/>
          <a:p>
            <a:r>
              <a:rPr lang="en-IN"/>
              <a:t>Department of Computer Engineering</a:t>
            </a:r>
          </a:p>
        </p:txBody>
      </p:sp>
      <p:sp>
        <p:nvSpPr>
          <p:cNvPr id="28676" name="TextBox 28675"/>
          <p:cNvSpPr txBox="1"/>
          <p:nvPr/>
        </p:nvSpPr>
        <p:spPr>
          <a:xfrm>
            <a:off x="1838925" y="5122500"/>
            <a:ext cx="4150000" cy="320000"/>
          </a:xfrm>
          <a:prstGeom prst="rect">
            <a:avLst/>
          </a:prstGeom>
          <a:noFill/>
        </p:spPr>
        <p:txBody>
          <a:bodyPr wrap="square">
            <a:spAutoFit/>
          </a:bodyPr>
          <a:lstStyle/>
          <a:p>
            <a:pPr algn="l">
              <a:lnSpc>
                <a:spcPct val="125000"/>
              </a:lnSpc>
            </a:pPr>
            <a:r>
              <a:rPr sz="1600">
                <a:solidFill>
                  <a:srgbClr val="FFFFFF"/>
                </a:solidFill>
                <a:latin typeface="Calibri" panose="020F0502020204030204"/>
              </a:rPr>
              <a:t>Add New Product</a:t>
            </a:r>
          </a:p>
        </p:txBody>
      </p:sp>
      <p:sp>
        <p:nvSpPr>
          <p:cNvPr id="28685" name="TextBox 28684"/>
          <p:cNvSpPr txBox="1"/>
          <p:nvPr/>
        </p:nvSpPr>
        <p:spPr>
          <a:xfrm>
            <a:off x="6500000" y="1630000"/>
            <a:ext cx="4150000" cy="320000"/>
          </a:xfrm>
          <a:prstGeom prst="rect">
            <a:avLst/>
          </a:prstGeom>
          <a:noFill/>
        </p:spPr>
        <p:txBody>
          <a:bodyPr wrap="square">
            <a:spAutoFit/>
          </a:bodyPr>
          <a:lstStyle/>
          <a:p>
            <a:pPr algn="l">
              <a:lnSpc>
                <a:spcPct val="125000"/>
              </a:lnSpc>
            </a:pPr>
            <a:r>
              <a:rPr sz="1600">
                <a:solidFill>
                  <a:srgbClr val="FFFFFF"/>
                </a:solidFill>
                <a:latin typeface="Calibri" panose="020F0502020204030204"/>
              </a:rPr>
              <a:t>Digital QR Passport</a:t>
            </a:r>
          </a:p>
        </p:txBody>
      </p:sp>
      <p:sp>
        <p:nvSpPr>
          <p:cNvPr id="28687" name="TextBox 28686"/>
          <p:cNvSpPr txBox="1"/>
          <p:nvPr/>
        </p:nvSpPr>
        <p:spPr>
          <a:xfrm>
            <a:off x="6500000" y="4100000"/>
            <a:ext cx="4150000" cy="320000"/>
          </a:xfrm>
          <a:prstGeom prst="rect">
            <a:avLst/>
          </a:prstGeom>
          <a:noFill/>
        </p:spPr>
        <p:txBody>
          <a:bodyPr wrap="square">
            <a:spAutoFit/>
          </a:bodyPr>
          <a:lstStyle/>
          <a:p>
            <a:pPr algn="ctr">
              <a:lnSpc>
                <a:spcPct val="125000"/>
              </a:lnSpc>
            </a:pPr>
            <a:r>
              <a:rPr sz="1400">
                <a:solidFill>
                  <a:srgbClr val="FFFFFF"/>
                </a:solidFill>
                <a:latin typeface="Calibri" panose="020F0502020204030204"/>
              </a:rPr>
              <a:t>Dell Inspiron 15 Laptop</a:t>
            </a:r>
          </a:p>
        </p:txBody>
      </p:sp>
      <p:sp>
        <p:nvSpPr>
          <p:cNvPr id="28689" name="TextBox 28688"/>
          <p:cNvSpPr txBox="1"/>
          <p:nvPr/>
        </p:nvSpPr>
        <p:spPr>
          <a:xfrm>
            <a:off x="6500000" y="4850000"/>
            <a:ext cx="4150000" cy="300000"/>
          </a:xfrm>
          <a:prstGeom prst="rect">
            <a:avLst/>
          </a:prstGeom>
          <a:noFill/>
        </p:spPr>
        <p:txBody>
          <a:bodyPr wrap="square">
            <a:spAutoFit/>
          </a:bodyPr>
          <a:lstStyle/>
          <a:p>
            <a:pPr algn="l">
              <a:lnSpc>
                <a:spcPct val="125000"/>
              </a:lnSpc>
            </a:pPr>
            <a:r>
              <a:rPr sz="1300">
                <a:solidFill>
                  <a:srgbClr val="FFFFFF"/>
                </a:solidFill>
                <a:latin typeface="Calibri" panose="020F0502020204030204"/>
              </a:rPr>
              <a:t>Service History</a:t>
            </a:r>
          </a:p>
        </p:txBody>
      </p:sp>
      <p:pic>
        <p:nvPicPr>
          <p:cNvPr id="2" name="Picture 1" descr="WhatsApp Image 2026-07-29 at 2.58.24 PM"/>
          <p:cNvPicPr>
            <a:picLocks noChangeAspect="1"/>
          </p:cNvPicPr>
          <p:nvPr/>
        </p:nvPicPr>
        <p:blipFill>
          <a:blip r:embed="rId2"/>
          <a:stretch>
            <a:fillRect/>
          </a:stretch>
        </p:blipFill>
        <p:spPr>
          <a:xfrm>
            <a:off x="2921635" y="972185"/>
            <a:ext cx="7430135" cy="5809615"/>
          </a:xfrm>
          <a:prstGeom prst="rect">
            <a:avLst/>
          </a:prstGeom>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0" y="260648"/>
            <a:ext cx="12188825" cy="1143000"/>
          </a:xfrm>
        </p:spPr>
        <p:txBody>
          <a:bodyPr/>
          <a:lstStyle/>
          <a:p>
            <a:pPr algn="just"/>
            <a:r>
              <a:rPr lang="en-US">
                <a:solidFill>
                  <a:schemeClr val="tx1"/>
                </a:solidFill>
                <a:latin typeface="Times New Roman" panose="02020603050405020304" pitchFamily="18" charset="0"/>
                <a:cs typeface="Times New Roman" panose="02020603050405020304" pitchFamily="18" charset="0"/>
              </a:rPr>
              <a:t>           </a:t>
            </a:r>
            <a:endParaRPr lang="en-IN" sz="4000">
              <a:solidFill>
                <a:srgbClr val="C00000"/>
              </a:solidFill>
              <a:latin typeface="Times New Roman" panose="02020603050405020304" pitchFamily="18" charset="0"/>
              <a:cs typeface="Times New Roman" panose="02020603050405020304" pitchFamily="18" charset="0"/>
            </a:endParaRPr>
          </a:p>
        </p:txBody>
      </p:sp>
      <p:sp>
        <p:nvSpPr>
          <p:cNvPr id="6" name="Title 1"/>
          <p:cNvSpPr txBox="1"/>
          <p:nvPr/>
        </p:nvSpPr>
        <p:spPr>
          <a:xfrm>
            <a:off x="1485900" y="252344"/>
            <a:ext cx="9818687" cy="720080"/>
          </a:xfrm>
          <a:prstGeom prst="rect">
            <a:avLst/>
          </a:prstGeom>
          <a:effectLst>
            <a:glow rad="228600">
              <a:schemeClr val="accent2">
                <a:satMod val="175000"/>
                <a:alpha val="40000"/>
              </a:schemeClr>
            </a:glow>
            <a:innerShdw blurRad="63500" dist="50800">
              <a:prstClr val="black">
                <a:alpha val="50000"/>
              </a:prstClr>
            </a:innerShdw>
          </a:effectLst>
        </p:spPr>
        <p:style>
          <a:lnRef idx="1">
            <a:schemeClr val="accent1"/>
          </a:lnRef>
          <a:fillRef idx="2">
            <a:schemeClr val="accent1"/>
          </a:fillRef>
          <a:effectRef idx="1">
            <a:schemeClr val="accent1"/>
          </a:effectRef>
          <a:fontRef idx="minor">
            <a:schemeClr val="dk1"/>
          </a:fontRef>
        </p:style>
        <p:txBody>
          <a:bodyPr tIns="0" anchor="ctr">
            <a:noAutofit/>
          </a:bodyPr>
          <a:lstStyle>
            <a:lvl1pPr algn="l" rtl="0" eaLnBrk="1" latinLnBrk="0" hangingPunct="1">
              <a:spcBef>
                <a:spcPct val="0"/>
              </a:spcBef>
              <a:buNone/>
              <a:defRPr kumimoji="0" sz="3000" b="0" kern="1200" cap="small"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27305" lvl="0">
              <a:buClr>
                <a:schemeClr val="accent1"/>
              </a:buClr>
              <a:buSzPct val="80000"/>
            </a:pPr>
            <a:r>
              <a:rPr kumimoji="0" lang="en-IN" sz="4500" b="1" i="0" u="none" strike="noStrike" kern="1200" cap="small" spc="0" normalizeH="0" baseline="0" noProof="0">
                <a:ln>
                  <a:noFill/>
                </a:ln>
                <a:solidFill>
                  <a:schemeClr val="tx1"/>
                </a:solidFill>
                <a:effectLst/>
                <a:uLnTx/>
                <a:uFillTx/>
                <a:latin typeface="Times New Roman" panose="02020603050405020304" pitchFamily="18" charset="0"/>
                <a:cs typeface="Times New Roman" panose="02020603050405020304" pitchFamily="18" charset="0"/>
              </a:rPr>
              <a:t>Implementation Snapshots:</a:t>
            </a:r>
          </a:p>
        </p:txBody>
      </p:sp>
      <p:sp>
        <p:nvSpPr>
          <p:cNvPr id="3" name="Slide Number Placeholder 2"/>
          <p:cNvSpPr>
            <a:spLocks noGrp="1"/>
          </p:cNvSpPr>
          <p:nvPr>
            <p:ph type="sldNum" sz="quarter" idx="12"/>
          </p:nvPr>
        </p:nvSpPr>
        <p:spPr/>
        <p:txBody>
          <a:bodyPr/>
          <a:lstStyle/>
          <a:p>
            <a:fld id="{56E39993-3455-456D-B76B-54420194FCFA}" type="slidenum">
              <a:rPr lang="en-IN" smtClean="0"/>
              <a:t>14</a:t>
            </a:fld>
            <a:endParaRPr lang="en-IN"/>
          </a:p>
        </p:txBody>
      </p:sp>
      <p:sp>
        <p:nvSpPr>
          <p:cNvPr id="5" name="Footer Placeholder 4"/>
          <p:cNvSpPr>
            <a:spLocks noGrp="1"/>
          </p:cNvSpPr>
          <p:nvPr>
            <p:ph type="ftr" sz="quarter" idx="11"/>
          </p:nvPr>
        </p:nvSpPr>
        <p:spPr/>
        <p:txBody>
          <a:bodyPr/>
          <a:lstStyle/>
          <a:p>
            <a:r>
              <a:rPr lang="en-IN"/>
              <a:t>Department of Computer Engineering</a:t>
            </a:r>
          </a:p>
        </p:txBody>
      </p:sp>
      <p:sp>
        <p:nvSpPr>
          <p:cNvPr id="28699" name="TextBox 28698"/>
          <p:cNvSpPr txBox="1"/>
          <p:nvPr/>
        </p:nvSpPr>
        <p:spPr>
          <a:xfrm>
            <a:off x="1560350" y="5837595"/>
            <a:ext cx="9600000" cy="250000"/>
          </a:xfrm>
          <a:prstGeom prst="rect">
            <a:avLst/>
          </a:prstGeom>
          <a:noFill/>
        </p:spPr>
        <p:txBody>
          <a:bodyPr wrap="square">
            <a:spAutoFit/>
          </a:bodyPr>
          <a:lstStyle/>
          <a:p>
            <a:pPr algn="ctr">
              <a:lnSpc>
                <a:spcPct val="125000"/>
              </a:lnSpc>
            </a:pPr>
            <a:r>
              <a:rPr sz="1250">
                <a:solidFill>
                  <a:srgbClr val="888888"/>
                </a:solidFill>
                <a:latin typeface="Calibri" panose="020F0502020204030204"/>
              </a:rPr>
              <a:t>Illustrative UI mock-up — replace with an actual dashboard screenshot from your running app.</a:t>
            </a:r>
          </a:p>
        </p:txBody>
      </p:sp>
      <p:pic>
        <p:nvPicPr>
          <p:cNvPr id="2" name="Picture 1" descr="WhatsApp Image 2026-07-29 at 2.56.15 PM"/>
          <p:cNvPicPr>
            <a:picLocks noChangeAspect="1"/>
          </p:cNvPicPr>
          <p:nvPr/>
        </p:nvPicPr>
        <p:blipFill>
          <a:blip r:embed="rId2"/>
          <a:stretch>
            <a:fillRect/>
          </a:stretch>
        </p:blipFill>
        <p:spPr>
          <a:xfrm>
            <a:off x="1485265" y="1245235"/>
            <a:ext cx="9819005" cy="5348605"/>
          </a:xfrm>
          <a:prstGeom prst="rect">
            <a:avLst/>
          </a:prstGeom>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0" y="260648"/>
            <a:ext cx="12188825" cy="1143000"/>
          </a:xfrm>
        </p:spPr>
        <p:txBody>
          <a:bodyPr/>
          <a:lstStyle/>
          <a:p>
            <a:pPr algn="just"/>
            <a:r>
              <a:rPr lang="en-US">
                <a:solidFill>
                  <a:schemeClr val="tx1"/>
                </a:solidFill>
                <a:latin typeface="Times New Roman" panose="02020603050405020304" pitchFamily="18" charset="0"/>
                <a:cs typeface="Times New Roman" panose="02020603050405020304" pitchFamily="18" charset="0"/>
              </a:rPr>
              <a:t>           </a:t>
            </a:r>
            <a:endParaRPr lang="en-IN" sz="4000">
              <a:solidFill>
                <a:srgbClr val="C00000"/>
              </a:solidFill>
              <a:latin typeface="Times New Roman" panose="02020603050405020304" pitchFamily="18" charset="0"/>
              <a:cs typeface="Times New Roman" panose="02020603050405020304" pitchFamily="18" charset="0"/>
            </a:endParaRPr>
          </a:p>
        </p:txBody>
      </p:sp>
      <p:sp>
        <p:nvSpPr>
          <p:cNvPr id="28675" name="Content Placeholder 2"/>
          <p:cNvSpPr>
            <a:spLocks noGrp="1"/>
          </p:cNvSpPr>
          <p:nvPr>
            <p:ph idx="1"/>
          </p:nvPr>
        </p:nvSpPr>
        <p:spPr>
          <a:xfrm>
            <a:off x="1701924" y="1412776"/>
            <a:ext cx="9649072" cy="4800600"/>
          </a:xfrm>
        </p:spPr>
        <p:txBody>
          <a:bodyPr wrap="square" lIns="91440" tIns="45720" rIns="91440" bIns="45720" anchor="t">
            <a:normAutofit/>
          </a:bodyPr>
          <a:lstStyle/>
          <a:p>
            <a:pPr marL="285750" indent="-285750" algn="just">
              <a:lnSpc>
                <a:spcPct val="125000"/>
              </a:lnSpc>
              <a:spcAft>
                <a:spcPts val="700"/>
              </a:spcAft>
              <a:buFont typeface="Arial" panose="020B0604020202020204" pitchFamily="34" charset="0"/>
              <a:buChar char="•"/>
            </a:pPr>
            <a:r>
              <a:rPr sz="2000">
                <a:solidFill>
                  <a:srgbClr val="262626"/>
                </a:solidFill>
                <a:latin typeface="Calibri" panose="020F0502020204030204"/>
              </a:rPr>
              <a:t>VaultKeep demonstrates how a lightweight HTML/CSS/JavaScript front end paired with a PHP-MySQL back end can solve a genuine everyday problem — tracking product warranties, invoices and repair history in one place. The system automatically classifies each asset's warranty status, visualises portfolio health through interactive charts, and proactively reminds users before coverage lapses, while the Admin module gives system-wide oversight of accounts and categories. The project meets the objectives defined in the SRS and lays a practical foundation for future enhancements such as a native mobile app, WhatsApp/SMS reminders, and OCR-based invoice scanning.</a:t>
            </a:r>
            <a:endParaRPr lang="en-US" sz="2200" dirty="0">
              <a:latin typeface="Times New Roman" panose="02020603050405020304"/>
              <a:cs typeface="Times New Roman" panose="02020603050405020304"/>
            </a:endParaRPr>
          </a:p>
        </p:txBody>
      </p:sp>
      <p:sp>
        <p:nvSpPr>
          <p:cNvPr id="3" name="Slide Number Placeholder 2"/>
          <p:cNvSpPr>
            <a:spLocks noGrp="1"/>
          </p:cNvSpPr>
          <p:nvPr>
            <p:ph type="sldNum" sz="quarter" idx="12"/>
          </p:nvPr>
        </p:nvSpPr>
        <p:spPr/>
        <p:txBody>
          <a:bodyPr/>
          <a:lstStyle/>
          <a:p>
            <a:fld id="{56E39993-3455-456D-B76B-54420194FCFA}" type="slidenum">
              <a:rPr lang="en-IN" smtClean="0"/>
              <a:t>15</a:t>
            </a:fld>
            <a:endParaRPr lang="en-IN"/>
          </a:p>
        </p:txBody>
      </p:sp>
      <p:sp>
        <p:nvSpPr>
          <p:cNvPr id="4" name="Footer Placeholder 3"/>
          <p:cNvSpPr>
            <a:spLocks noGrp="1"/>
          </p:cNvSpPr>
          <p:nvPr>
            <p:ph type="ftr" sz="quarter" idx="11"/>
          </p:nvPr>
        </p:nvSpPr>
        <p:spPr/>
        <p:txBody>
          <a:bodyPr/>
          <a:lstStyle/>
          <a:p>
            <a:r>
              <a:rPr lang="en-IN"/>
              <a:t>Department of Computer Engineering</a:t>
            </a:r>
          </a:p>
        </p:txBody>
      </p:sp>
      <p:sp>
        <p:nvSpPr>
          <p:cNvPr id="5" name="Title 1"/>
          <p:cNvSpPr txBox="1"/>
          <p:nvPr/>
        </p:nvSpPr>
        <p:spPr>
          <a:xfrm>
            <a:off x="1540805" y="471800"/>
            <a:ext cx="9818687" cy="720080"/>
          </a:xfrm>
          <a:prstGeom prst="rect">
            <a:avLst/>
          </a:prstGeom>
          <a:effectLst>
            <a:glow rad="228600">
              <a:schemeClr val="accent2">
                <a:satMod val="175000"/>
                <a:alpha val="40000"/>
              </a:schemeClr>
            </a:glow>
            <a:innerShdw blurRad="63500" dist="50800">
              <a:prstClr val="black">
                <a:alpha val="50000"/>
              </a:prstClr>
            </a:innerShdw>
          </a:effectLst>
        </p:spPr>
        <p:style>
          <a:lnRef idx="1">
            <a:schemeClr val="accent1"/>
          </a:lnRef>
          <a:fillRef idx="2">
            <a:schemeClr val="accent1"/>
          </a:fillRef>
          <a:effectRef idx="1">
            <a:schemeClr val="accent1"/>
          </a:effectRef>
          <a:fontRef idx="minor">
            <a:schemeClr val="dk1"/>
          </a:fontRef>
        </p:style>
        <p:txBody>
          <a:bodyPr lIns="91440" tIns="0" rIns="91440" bIns="45720" anchor="ctr">
            <a:noAutofit/>
          </a:bodyPr>
          <a:lstStyle>
            <a:lvl1pPr algn="l" rtl="0" eaLnBrk="1" latinLnBrk="0" hangingPunct="1">
              <a:spcBef>
                <a:spcPct val="0"/>
              </a:spcBef>
              <a:buNone/>
              <a:defRPr kumimoji="0" sz="3000" b="0" kern="1200" cap="small"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27305" lvl="0">
              <a:buClr>
                <a:schemeClr val="accent1"/>
              </a:buClr>
              <a:buSzPct val="80000"/>
            </a:pPr>
            <a:r>
              <a:rPr lang="en-IN" sz="4500" b="1">
                <a:solidFill>
                  <a:schemeClr val="tx1"/>
                </a:solidFill>
                <a:latin typeface="Times New Roman" panose="02020603050405020304"/>
                <a:cs typeface="Times New Roman" panose="02020603050405020304"/>
              </a:rPr>
              <a:t>Conclusion</a:t>
            </a:r>
            <a:r>
              <a:rPr kumimoji="0" lang="en-IN" sz="4500" b="1" i="0" u="none" strike="noStrike" kern="1200" cap="small" spc="0" normalizeH="0" baseline="0" noProof="0">
                <a:ln>
                  <a:noFill/>
                </a:ln>
                <a:solidFill>
                  <a:schemeClr val="tx1"/>
                </a:solidFill>
                <a:effectLst/>
                <a:uLnTx/>
                <a:uFillTx/>
                <a:latin typeface="Times New Roman" panose="02020603050405020304"/>
                <a:cs typeface="Times New Roman" panose="02020603050405020304"/>
              </a:rPr>
              <a:t>:</a:t>
            </a:r>
            <a:endParaRPr lang="en-US">
              <a:solidFill>
                <a:schemeClr val="tx1"/>
              </a:solidFill>
              <a:latin typeface="Times New Roman" panose="02020603050405020304"/>
              <a:cs typeface="Times New Roman" panose="02020603050405020304"/>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1571098" y="1417320"/>
            <a:ext cx="10108260" cy="4888568"/>
          </a:xfrm>
        </p:spPr>
        <p:txBody>
          <a:bodyPr wrap="square" lIns="91440" tIns="45720" rIns="91440" bIns="45720" anchor="t">
            <a:noAutofit/>
          </a:bodyPr>
          <a:lstStyle/>
          <a:p>
            <a:pPr marL="285750" marR="143510" indent="-285750" algn="l">
              <a:lnSpc>
                <a:spcPct val="108000"/>
              </a:lnSpc>
              <a:spcAft>
                <a:spcPts val="1200"/>
              </a:spcAft>
              <a:buFont typeface="Arial" panose="020B0604020202020204" pitchFamily="34" charset="0"/>
              <a:buChar char="•"/>
            </a:pPr>
            <a:r>
              <a:rPr sz="1800" dirty="0">
                <a:solidFill>
                  <a:srgbClr val="262626"/>
                </a:solidFill>
                <a:latin typeface="Calibri" panose="020F0502020204030204"/>
              </a:rPr>
              <a:t>Software Requirements Specification (SRS v1.0), Zeal College of Engineering and Research.</a:t>
            </a:r>
            <a:endParaRPr lang="en-IN" sz="2000" kern="100" dirty="0">
              <a:latin typeface="Times New Roman" panose="02020603050405020304" pitchFamily="18" charset="0"/>
              <a:ea typeface="Calibri" panose="020F0502020204030204"/>
              <a:cs typeface="Times New Roman" panose="02020603050405020304" pitchFamily="18" charset="0"/>
            </a:endParaRPr>
          </a:p>
          <a:p>
            <a:pPr marL="285750" indent="-285750" algn="l">
              <a:lnSpc>
                <a:spcPct val="108000"/>
              </a:lnSpc>
              <a:spcAft>
                <a:spcPts val="1200"/>
              </a:spcAft>
              <a:buFont typeface="Arial" panose="020B0604020202020204" pitchFamily="34" charset="0"/>
              <a:buChar char="•"/>
            </a:pPr>
            <a:r>
              <a:rPr sz="1800" dirty="0">
                <a:solidFill>
                  <a:srgbClr val="262626"/>
                </a:solidFill>
                <a:latin typeface="Calibri" panose="020F0502020204030204"/>
              </a:rPr>
              <a:t>Chart.js Documentation — chartjs.org</a:t>
            </a:r>
          </a:p>
          <a:p>
            <a:pPr marL="285750" indent="-285750" algn="l">
              <a:lnSpc>
                <a:spcPct val="108000"/>
              </a:lnSpc>
              <a:spcAft>
                <a:spcPts val="1200"/>
              </a:spcAft>
              <a:buFont typeface="Arial" panose="020B0604020202020204" pitchFamily="34" charset="0"/>
              <a:buChar char="•"/>
            </a:pPr>
            <a:r>
              <a:rPr sz="1800">
                <a:solidFill>
                  <a:srgbClr val="262626"/>
                </a:solidFill>
                <a:latin typeface="Calibri" panose="020F0502020204030204"/>
              </a:rPr>
              <a:t>jsPDF</a:t>
            </a:r>
            <a:r>
              <a:rPr sz="1800" dirty="0">
                <a:solidFill>
                  <a:srgbClr val="262626"/>
                </a:solidFill>
                <a:latin typeface="Calibri" panose="020F0502020204030204"/>
              </a:rPr>
              <a:t> Documentation — github.com/parallax/</a:t>
            </a:r>
            <a:r>
              <a:rPr sz="1800" dirty="0" err="1">
                <a:solidFill>
                  <a:srgbClr val="262626"/>
                </a:solidFill>
                <a:latin typeface="Calibri" panose="020F0502020204030204"/>
              </a:rPr>
              <a:t>jsPDF</a:t>
            </a:r>
            <a:endParaRPr sz="1800" dirty="0">
              <a:solidFill>
                <a:srgbClr val="262626"/>
              </a:solidFill>
              <a:latin typeface="Calibri" panose="020F0502020204030204"/>
            </a:endParaRPr>
          </a:p>
          <a:p>
            <a:pPr marL="285750" indent="-285750" algn="l">
              <a:lnSpc>
                <a:spcPct val="108000"/>
              </a:lnSpc>
              <a:spcAft>
                <a:spcPts val="1200"/>
              </a:spcAft>
              <a:buFont typeface="Arial" panose="020B0604020202020204" pitchFamily="34" charset="0"/>
              <a:buChar char="•"/>
            </a:pPr>
            <a:r>
              <a:rPr sz="1800" dirty="0">
                <a:solidFill>
                  <a:srgbClr val="262626"/>
                </a:solidFill>
                <a:latin typeface="Calibri" panose="020F0502020204030204"/>
              </a:rPr>
              <a:t>PHP Manual — php.net/manual/</a:t>
            </a:r>
            <a:r>
              <a:rPr sz="1800" dirty="0" err="1">
                <a:solidFill>
                  <a:srgbClr val="262626"/>
                </a:solidFill>
                <a:latin typeface="Calibri" panose="020F0502020204030204"/>
              </a:rPr>
              <a:t>en</a:t>
            </a:r>
            <a:endParaRPr sz="1800" dirty="0">
              <a:solidFill>
                <a:srgbClr val="262626"/>
              </a:solidFill>
              <a:latin typeface="Calibri" panose="020F0502020204030204"/>
            </a:endParaRPr>
          </a:p>
          <a:p>
            <a:pPr marL="285750" indent="-285750" algn="l">
              <a:lnSpc>
                <a:spcPct val="108000"/>
              </a:lnSpc>
              <a:spcAft>
                <a:spcPts val="1200"/>
              </a:spcAft>
              <a:buFont typeface="Arial" panose="020B0604020202020204" pitchFamily="34" charset="0"/>
              <a:buChar char="•"/>
            </a:pPr>
            <a:r>
              <a:rPr sz="1800" dirty="0">
                <a:solidFill>
                  <a:srgbClr val="262626"/>
                </a:solidFill>
                <a:latin typeface="Calibri" panose="020F0502020204030204"/>
              </a:rPr>
              <a:t>MySQL 8.0 Reference Manual — dev.mysql.com/doc</a:t>
            </a:r>
          </a:p>
          <a:p>
            <a:pPr marL="285750" indent="-285750" algn="l">
              <a:lnSpc>
                <a:spcPct val="108000"/>
              </a:lnSpc>
              <a:spcAft>
                <a:spcPts val="1200"/>
              </a:spcAft>
              <a:buFont typeface="Arial" panose="020B0604020202020204" pitchFamily="34" charset="0"/>
              <a:buChar char="•"/>
            </a:pPr>
            <a:r>
              <a:rPr sz="1800" dirty="0" err="1">
                <a:solidFill>
                  <a:srgbClr val="262626"/>
                </a:solidFill>
                <a:latin typeface="Calibri" panose="020F0502020204030204"/>
              </a:rPr>
              <a:t>FontAwesome</a:t>
            </a:r>
            <a:r>
              <a:rPr sz="1800" dirty="0">
                <a:solidFill>
                  <a:srgbClr val="262626"/>
                </a:solidFill>
                <a:latin typeface="Calibri" panose="020F0502020204030204"/>
              </a:rPr>
              <a:t> 6 Icon Library — fontawesome.com</a:t>
            </a:r>
          </a:p>
        </p:txBody>
      </p:sp>
      <p:sp>
        <p:nvSpPr>
          <p:cNvPr id="5" name="Slide Number Placeholder 4"/>
          <p:cNvSpPr>
            <a:spLocks noGrp="1"/>
          </p:cNvSpPr>
          <p:nvPr>
            <p:ph type="sldNum" sz="quarter" idx="12"/>
          </p:nvPr>
        </p:nvSpPr>
        <p:spPr/>
        <p:txBody>
          <a:bodyPr/>
          <a:lstStyle/>
          <a:p>
            <a:fld id="{56E39993-3455-456D-B76B-54420194FCFA}" type="slidenum">
              <a:rPr lang="en-IN" smtClean="0"/>
              <a:t>16</a:t>
            </a:fld>
            <a:endParaRPr lang="en-IN"/>
          </a:p>
        </p:txBody>
      </p:sp>
      <p:sp>
        <p:nvSpPr>
          <p:cNvPr id="6" name="Footer Placeholder 5"/>
          <p:cNvSpPr>
            <a:spLocks noGrp="1"/>
          </p:cNvSpPr>
          <p:nvPr>
            <p:ph type="ftr" sz="quarter" idx="11"/>
          </p:nvPr>
        </p:nvSpPr>
        <p:spPr/>
        <p:txBody>
          <a:bodyPr/>
          <a:lstStyle/>
          <a:p>
            <a:r>
              <a:rPr lang="en-IN"/>
              <a:t>Department of Computer Engineering</a:t>
            </a:r>
          </a:p>
        </p:txBody>
      </p:sp>
      <p:sp>
        <p:nvSpPr>
          <p:cNvPr id="11" name="Title 1"/>
          <p:cNvSpPr txBox="1"/>
          <p:nvPr/>
        </p:nvSpPr>
        <p:spPr>
          <a:xfrm>
            <a:off x="1485900" y="252344"/>
            <a:ext cx="9818687" cy="720080"/>
          </a:xfrm>
          <a:prstGeom prst="rect">
            <a:avLst/>
          </a:prstGeom>
          <a:effectLst>
            <a:glow rad="228600">
              <a:schemeClr val="accent2">
                <a:satMod val="175000"/>
                <a:alpha val="40000"/>
              </a:schemeClr>
            </a:glow>
            <a:innerShdw blurRad="63500" dist="50800">
              <a:prstClr val="black">
                <a:alpha val="50000"/>
              </a:prstClr>
            </a:innerShdw>
          </a:effectLst>
        </p:spPr>
        <p:style>
          <a:lnRef idx="1">
            <a:schemeClr val="accent1"/>
          </a:lnRef>
          <a:fillRef idx="2">
            <a:schemeClr val="accent1"/>
          </a:fillRef>
          <a:effectRef idx="1">
            <a:schemeClr val="accent1"/>
          </a:effectRef>
          <a:fontRef idx="minor">
            <a:schemeClr val="dk1"/>
          </a:fontRef>
        </p:style>
        <p:txBody>
          <a:bodyPr lIns="91440" tIns="0" rIns="91440" bIns="45720" anchor="ctr">
            <a:noAutofit/>
          </a:bodyPr>
          <a:lstStyle>
            <a:lvl1pPr algn="l" rtl="0" eaLnBrk="1" latinLnBrk="0" hangingPunct="1">
              <a:spcBef>
                <a:spcPct val="0"/>
              </a:spcBef>
              <a:buNone/>
              <a:defRPr kumimoji="0" sz="3000" b="0" kern="1200" cap="small"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27305" lvl="0"/>
            <a:r>
              <a:rPr lang="en-IN" sz="4500" b="1">
                <a:solidFill>
                  <a:schemeClr val="tx1"/>
                </a:solidFill>
                <a:latin typeface="Times New Roman" panose="02020603050405020304"/>
                <a:cs typeface="Times New Roman" panose="02020603050405020304"/>
              </a:rPr>
              <a:t>References</a:t>
            </a:r>
            <a:r>
              <a:rPr kumimoji="0" lang="en-IN" sz="4500" b="1" i="0" u="none" strike="noStrike" kern="1200" cap="small" spc="0" normalizeH="0" baseline="0" noProof="0">
                <a:ln>
                  <a:noFill/>
                </a:ln>
                <a:solidFill>
                  <a:schemeClr val="tx1"/>
                </a:solidFill>
                <a:effectLst/>
                <a:uLnTx/>
                <a:uFillTx/>
                <a:latin typeface="Times New Roman" panose="02020603050405020304"/>
                <a:cs typeface="Times New Roman" panose="02020603050405020304"/>
              </a:rPr>
              <a:t>:</a:t>
            </a:r>
            <a:endParaRPr lang="en-US">
              <a:solidFill>
                <a:schemeClr val="tx1"/>
              </a:solidFill>
              <a:latin typeface="Times New Roman" panose="02020603050405020304"/>
              <a:cs typeface="Times New Roman" panose="02020603050405020304"/>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None/>
            </a:pPr>
            <a:endParaRPr lang="en-IN" sz="6000">
              <a:latin typeface="Times New Roman" panose="02020603050405020304" pitchFamily="18" charset="0"/>
              <a:cs typeface="Times New Roman" panose="02020603050405020304" pitchFamily="18" charset="0"/>
            </a:endParaRPr>
          </a:p>
          <a:p>
            <a:pPr algn="ctr">
              <a:buNone/>
            </a:pPr>
            <a:r>
              <a:rPr lang="en-IN" sz="6000">
                <a:latin typeface="Times New Roman" panose="02020603050405020304" pitchFamily="18" charset="0"/>
                <a:cs typeface="Times New Roman" panose="02020603050405020304" pitchFamily="18" charset="0"/>
              </a:rPr>
              <a:t>Thank You....!!!!</a:t>
            </a:r>
            <a:endParaRPr lang="en-US" sz="600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56E39993-3455-456D-B76B-54420194FCFA}" type="slidenum">
              <a:rPr lang="en-IN" smtClean="0"/>
              <a:t>17</a:t>
            </a:fld>
            <a:endParaRPr lang="en-IN"/>
          </a:p>
        </p:txBody>
      </p:sp>
      <p:sp>
        <p:nvSpPr>
          <p:cNvPr id="7" name="Footer Placeholder 6"/>
          <p:cNvSpPr>
            <a:spLocks noGrp="1"/>
          </p:cNvSpPr>
          <p:nvPr>
            <p:ph type="ftr" sz="quarter" idx="11"/>
          </p:nvPr>
        </p:nvSpPr>
        <p:spPr/>
        <p:txBody>
          <a:bodyPr/>
          <a:lstStyle/>
          <a:p>
            <a:r>
              <a:rPr lang="en-IN"/>
              <a:t>Department of Computer Engineering</a:t>
            </a:r>
          </a:p>
        </p:txBody>
      </p:sp>
    </p:spTree>
  </p:cSld>
  <p:clrMapOvr>
    <a:masterClrMapping/>
  </p:clrMapOvr>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Solstice</Template>
  <TotalTime>1</TotalTime>
  <Words>1495</Words>
  <Application>Microsoft Office PowerPoint</Application>
  <PresentationFormat>Custom</PresentationFormat>
  <Paragraphs>195</Paragraphs>
  <Slides>17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Calibri</vt:lpstr>
      <vt:lpstr>Gill Sans MT</vt:lpstr>
      <vt:lpstr>Times New Roman</vt:lpstr>
      <vt:lpstr>Verdana</vt:lpstr>
      <vt:lpstr>Wingdings</vt:lpstr>
      <vt:lpstr>Wingdings 2</vt:lpstr>
      <vt:lpstr>Solstice</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           </vt:lpstr>
      <vt:lpstr>PowerPoint Presentation</vt:lpstr>
      <vt:lpstr>PowerPoint Presentation</vt:lpstr>
      <vt:lpstr>           </vt:lpstr>
      <vt:lpstr>           </vt:lpstr>
      <vt:lpstr>           </vt:lpstr>
      <vt:lpstr>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SONY</dc:creator>
  <cp:lastModifiedBy>Parth Patil</cp:lastModifiedBy>
  <cp:revision>52</cp:revision>
  <dcterms:created xsi:type="dcterms:W3CDTF">2013-10-18T03:09:00Z</dcterms:created>
  <dcterms:modified xsi:type="dcterms:W3CDTF">2026-07-29T09:42:26Z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C990E26AE50D4B83B50AC500DE6AC7E7_13</vt:lpwstr>
  </property>
</Properties>
</file>